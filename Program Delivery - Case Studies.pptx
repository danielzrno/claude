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omments/modernComment_F53_5587CC06.xml" ContentType="application/vnd.ms-powerpoint.comment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12"/>
  </p:notesMasterIdLst>
  <p:sldIdLst>
    <p:sldId id="284" r:id="rId5"/>
    <p:sldId id="3929" r:id="rId6"/>
    <p:sldId id="3928" r:id="rId7"/>
    <p:sldId id="3923" r:id="rId8"/>
    <p:sldId id="3924" r:id="rId9"/>
    <p:sldId id="3927" r:id="rId10"/>
    <p:sldId id="392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10">
          <p15:clr>
            <a:srgbClr val="747775"/>
          </p15:clr>
        </p15:guide>
        <p15:guide id="2" pos="856">
          <p15:clr>
            <a:srgbClr val="747775"/>
          </p15:clr>
        </p15:guide>
        <p15:guide id="3" orient="horz" pos="745">
          <p15:clr>
            <a:srgbClr val="747775"/>
          </p15:clr>
        </p15:guide>
        <p15:guide id="4" pos="6824">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jLb70xHEvyMPy29gtppJHM57FEN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0FF784-EAB1-7BF1-EB19-A99E27E254D6}" name="Laura Zlendich" initials="LZ" userId="S::laura.zlendich@mivada.com::5b09b22d-201f-4907-be61-df374a4bac2f" providerId="AD"/>
  <p188:author id="{B196B1DF-C99F-2025-97CF-DD1DD33DCC4B}" name="Giorgia Kontos" initials="GK" userId="S::giorgia.kontos@mivada.com::a33dbc8b-a08a-44fb-ab97-d279511843d7" providerId="AD"/>
  <p188:author id="{75FC56F8-E126-E5E7-654B-8A899BB6F400}" name="Yolibelle Tilbrook" initials="" userId="S::yolibelle.tilbrook@mivada.com::99cda934-3e24-406f-b3a7-86ffa869bcd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A54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08" y="128"/>
      </p:cViewPr>
      <p:guideLst>
        <p:guide orient="horz" pos="4110"/>
        <p:guide pos="856"/>
        <p:guide orient="horz" pos="745"/>
        <p:guide pos="6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notesMaster" Target="notesMasters/notesMaster1.xml"/><Relationship Id="rId33"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viewProps" Target="viewProps.xml"/><Relationship Id="rId5" Type="http://schemas.openxmlformats.org/officeDocument/2006/relationships/slide" Target="slides/slide1.xml"/><Relationship Id="rId36" Type="http://schemas.microsoft.com/office/2018/10/relationships/authors" Target="authors.xml"/><Relationship Id="rId10"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30" Type="http://customschemas.google.com/relationships/presentationmetadata" Target="meta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orgia Kontos" userId="a33dbc8b-a08a-44fb-ab97-d279511843d7" providerId="ADAL" clId="{D2C17268-184C-4B20-869D-04B5BF765A4B}"/>
    <pc:docChg chg="undo custSel modSld">
      <pc:chgData name="Giorgia Kontos" userId="a33dbc8b-a08a-44fb-ab97-d279511843d7" providerId="ADAL" clId="{D2C17268-184C-4B20-869D-04B5BF765A4B}" dt="2025-04-10T01:39:27.071" v="6354" actId="404"/>
      <pc:docMkLst>
        <pc:docMk/>
      </pc:docMkLst>
      <pc:sldChg chg="addSp delSp modSp mod">
        <pc:chgData name="Giorgia Kontos" userId="a33dbc8b-a08a-44fb-ab97-d279511843d7" providerId="ADAL" clId="{D2C17268-184C-4B20-869D-04B5BF765A4B}" dt="2025-04-04T04:37:21.298" v="1190" actId="6549"/>
        <pc:sldMkLst>
          <pc:docMk/>
          <pc:sldMk cId="3345716855" sldId="3924"/>
        </pc:sldMkLst>
      </pc:sldChg>
      <pc:sldChg chg="delSp modSp mod">
        <pc:chgData name="Giorgia Kontos" userId="a33dbc8b-a08a-44fb-ab97-d279511843d7" providerId="ADAL" clId="{D2C17268-184C-4B20-869D-04B5BF765A4B}" dt="2025-04-04T05:45:02.111" v="2616" actId="20577"/>
        <pc:sldMkLst>
          <pc:docMk/>
          <pc:sldMk cId="99309482" sldId="3926"/>
        </pc:sldMkLst>
      </pc:sldChg>
      <pc:sldChg chg="addSp delSp modSp mod">
        <pc:chgData name="Giorgia Kontos" userId="a33dbc8b-a08a-44fb-ab97-d279511843d7" providerId="ADAL" clId="{D2C17268-184C-4B20-869D-04B5BF765A4B}" dt="2025-04-10T01:39:27.071" v="6354" actId="404"/>
        <pc:sldMkLst>
          <pc:docMk/>
          <pc:sldMk cId="3244273198" sldId="3927"/>
        </pc:sldMkLst>
      </pc:sldChg>
    </pc:docChg>
  </pc:docChgLst>
  <pc:docChgLst>
    <pc:chgData name="Mark Farrell" userId="S::mark.farrell@mivada.com::cdd5b98b-dcc8-4c29-a2cc-4b77c291ce84" providerId="AD" clId="Web-{1C08EA5A-87DD-2989-81A3-3FD9E762B0BE}"/>
    <pc:docChg chg="modSld">
      <pc:chgData name="Mark Farrell" userId="S::mark.farrell@mivada.com::cdd5b98b-dcc8-4c29-a2cc-4b77c291ce84" providerId="AD" clId="Web-{1C08EA5A-87DD-2989-81A3-3FD9E762B0BE}" dt="2025-03-25T00:37:47.157" v="0" actId="20577"/>
      <pc:docMkLst>
        <pc:docMk/>
      </pc:docMkLst>
      <pc:sldChg chg="modSp">
        <pc:chgData name="Mark Farrell" userId="S::mark.farrell@mivada.com::cdd5b98b-dcc8-4c29-a2cc-4b77c291ce84" providerId="AD" clId="Web-{1C08EA5A-87DD-2989-81A3-3FD9E762B0BE}" dt="2025-03-25T00:37:47.157" v="0" actId="20577"/>
        <pc:sldMkLst>
          <pc:docMk/>
          <pc:sldMk cId="0" sldId="284"/>
        </pc:sldMkLst>
      </pc:sldChg>
    </pc:docChg>
  </pc:docChgLst>
  <pc:docChgLst>
    <pc:chgData name="Laura Zlendich" userId="S::laura.zlendich@mivada.com::5b09b22d-201f-4907-be61-df374a4bac2f" providerId="AD" clId="Web-{F7FC24C1-CEE6-A9AF-E33F-E5A891C2B46F}"/>
    <pc:docChg chg="modSld">
      <pc:chgData name="Laura Zlendich" userId="S::laura.zlendich@mivada.com::5b09b22d-201f-4907-be61-df374a4bac2f" providerId="AD" clId="Web-{F7FC24C1-CEE6-A9AF-E33F-E5A891C2B46F}" dt="2025-04-06T04:04:35.191" v="6" actId="1076"/>
      <pc:docMkLst>
        <pc:docMk/>
      </pc:docMkLst>
      <pc:sldChg chg="modSp">
        <pc:chgData name="Laura Zlendich" userId="S::laura.zlendich@mivada.com::5b09b22d-201f-4907-be61-df374a4bac2f" providerId="AD" clId="Web-{F7FC24C1-CEE6-A9AF-E33F-E5A891C2B46F}" dt="2025-04-06T04:04:35.191" v="6" actId="1076"/>
        <pc:sldMkLst>
          <pc:docMk/>
          <pc:sldMk cId="3345716855" sldId="3924"/>
        </pc:sldMkLst>
      </pc:sldChg>
    </pc:docChg>
  </pc:docChgLst>
  <pc:docChgLst>
    <pc:chgData name="Laura Zlendich" userId="5b09b22d-201f-4907-be61-df374a4bac2f" providerId="ADAL" clId="{8A4B9714-3C20-4E50-B7D2-0812F39D27A0}"/>
    <pc:docChg chg="undo custSel addSld delSld modSld sldOrd">
      <pc:chgData name="Laura Zlendich" userId="5b09b22d-201f-4907-be61-df374a4bac2f" providerId="ADAL" clId="{8A4B9714-3C20-4E50-B7D2-0812F39D27A0}" dt="2025-05-26T11:13:07.141" v="3751"/>
      <pc:docMkLst>
        <pc:docMk/>
      </pc:docMkLst>
      <pc:sldChg chg="del">
        <pc:chgData name="Laura Zlendich" userId="5b09b22d-201f-4907-be61-df374a4bac2f" providerId="ADAL" clId="{8A4B9714-3C20-4E50-B7D2-0812F39D27A0}" dt="2025-04-10T02:19:52.095" v="2778" actId="47"/>
        <pc:sldMkLst>
          <pc:docMk/>
          <pc:sldMk cId="0" sldId="261"/>
        </pc:sldMkLst>
      </pc:sldChg>
      <pc:sldChg chg="del">
        <pc:chgData name="Laura Zlendich" userId="5b09b22d-201f-4907-be61-df374a4bac2f" providerId="ADAL" clId="{8A4B9714-3C20-4E50-B7D2-0812F39D27A0}" dt="2025-03-24T05:43:42.573" v="43" actId="47"/>
        <pc:sldMkLst>
          <pc:docMk/>
          <pc:sldMk cId="0" sldId="266"/>
        </pc:sldMkLst>
      </pc:sldChg>
      <pc:sldChg chg="del">
        <pc:chgData name="Laura Zlendich" userId="5b09b22d-201f-4907-be61-df374a4bac2f" providerId="ADAL" clId="{8A4B9714-3C20-4E50-B7D2-0812F39D27A0}" dt="2025-03-24T05:43:46.253" v="44" actId="47"/>
        <pc:sldMkLst>
          <pc:docMk/>
          <pc:sldMk cId="0" sldId="267"/>
        </pc:sldMkLst>
      </pc:sldChg>
      <pc:sldChg chg="del">
        <pc:chgData name="Laura Zlendich" userId="5b09b22d-201f-4907-be61-df374a4bac2f" providerId="ADAL" clId="{8A4B9714-3C20-4E50-B7D2-0812F39D27A0}" dt="2025-04-10T02:19:52.095" v="2778" actId="47"/>
        <pc:sldMkLst>
          <pc:docMk/>
          <pc:sldMk cId="0" sldId="269"/>
        </pc:sldMkLst>
      </pc:sldChg>
      <pc:sldChg chg="del">
        <pc:chgData name="Laura Zlendich" userId="5b09b22d-201f-4907-be61-df374a4bac2f" providerId="ADAL" clId="{8A4B9714-3C20-4E50-B7D2-0812F39D27A0}" dt="2025-03-24T05:43:48.127" v="45" actId="47"/>
        <pc:sldMkLst>
          <pc:docMk/>
          <pc:sldMk cId="0" sldId="270"/>
        </pc:sldMkLst>
      </pc:sldChg>
      <pc:sldChg chg="del">
        <pc:chgData name="Laura Zlendich" userId="5b09b22d-201f-4907-be61-df374a4bac2f" providerId="ADAL" clId="{8A4B9714-3C20-4E50-B7D2-0812F39D27A0}" dt="2025-03-24T05:43:49.053" v="46" actId="47"/>
        <pc:sldMkLst>
          <pc:docMk/>
          <pc:sldMk cId="0" sldId="271"/>
        </pc:sldMkLst>
      </pc:sldChg>
      <pc:sldChg chg="del">
        <pc:chgData name="Laura Zlendich" userId="5b09b22d-201f-4907-be61-df374a4bac2f" providerId="ADAL" clId="{8A4B9714-3C20-4E50-B7D2-0812F39D27A0}" dt="2025-03-24T05:43:50.956" v="48" actId="47"/>
        <pc:sldMkLst>
          <pc:docMk/>
          <pc:sldMk cId="0" sldId="272"/>
        </pc:sldMkLst>
      </pc:sldChg>
      <pc:sldChg chg="del">
        <pc:chgData name="Laura Zlendich" userId="5b09b22d-201f-4907-be61-df374a4bac2f" providerId="ADAL" clId="{8A4B9714-3C20-4E50-B7D2-0812F39D27A0}" dt="2025-03-24T05:43:50.066" v="47" actId="47"/>
        <pc:sldMkLst>
          <pc:docMk/>
          <pc:sldMk cId="0" sldId="273"/>
        </pc:sldMkLst>
      </pc:sldChg>
      <pc:sldChg chg="del">
        <pc:chgData name="Laura Zlendich" userId="5b09b22d-201f-4907-be61-df374a4bac2f" providerId="ADAL" clId="{8A4B9714-3C20-4E50-B7D2-0812F39D27A0}" dt="2025-03-24T05:43:52.932" v="49" actId="47"/>
        <pc:sldMkLst>
          <pc:docMk/>
          <pc:sldMk cId="0" sldId="274"/>
        </pc:sldMkLst>
      </pc:sldChg>
      <pc:sldChg chg="del">
        <pc:chgData name="Laura Zlendich" userId="5b09b22d-201f-4907-be61-df374a4bac2f" providerId="ADAL" clId="{8A4B9714-3C20-4E50-B7D2-0812F39D27A0}" dt="2025-03-24T05:43:54.867" v="50" actId="47"/>
        <pc:sldMkLst>
          <pc:docMk/>
          <pc:sldMk cId="0" sldId="275"/>
        </pc:sldMkLst>
      </pc:sldChg>
      <pc:sldChg chg="del">
        <pc:chgData name="Laura Zlendich" userId="5b09b22d-201f-4907-be61-df374a4bac2f" providerId="ADAL" clId="{8A4B9714-3C20-4E50-B7D2-0812F39D27A0}" dt="2025-03-24T05:43:56.777" v="51" actId="47"/>
        <pc:sldMkLst>
          <pc:docMk/>
          <pc:sldMk cId="0" sldId="276"/>
        </pc:sldMkLst>
      </pc:sldChg>
      <pc:sldChg chg="del">
        <pc:chgData name="Laura Zlendich" userId="5b09b22d-201f-4907-be61-df374a4bac2f" providerId="ADAL" clId="{8A4B9714-3C20-4E50-B7D2-0812F39D27A0}" dt="2025-03-24T05:43:58.968" v="52" actId="47"/>
        <pc:sldMkLst>
          <pc:docMk/>
          <pc:sldMk cId="0" sldId="278"/>
        </pc:sldMkLst>
      </pc:sldChg>
      <pc:sldChg chg="modSp mod">
        <pc:chgData name="Laura Zlendich" userId="5b09b22d-201f-4907-be61-df374a4bac2f" providerId="ADAL" clId="{8A4B9714-3C20-4E50-B7D2-0812F39D27A0}" dt="2025-04-02T22:45:49.990" v="1366" actId="14826"/>
        <pc:sldMkLst>
          <pc:docMk/>
          <pc:sldMk cId="0" sldId="284"/>
        </pc:sldMkLst>
      </pc:sldChg>
      <pc:sldChg chg="addSp delSp modSp add del mod modClrScheme chgLayout">
        <pc:chgData name="Laura Zlendich" userId="5b09b22d-201f-4907-be61-df374a4bac2f" providerId="ADAL" clId="{8A4B9714-3C20-4E50-B7D2-0812F39D27A0}" dt="2025-04-10T02:19:52.095" v="2778" actId="47"/>
        <pc:sldMkLst>
          <pc:docMk/>
          <pc:sldMk cId="567393197" sldId="3912"/>
        </pc:sldMkLst>
      </pc:sldChg>
      <pc:sldChg chg="addSp delSp modSp add del mod modClrScheme chgLayout">
        <pc:chgData name="Laura Zlendich" userId="5b09b22d-201f-4907-be61-df374a4bac2f" providerId="ADAL" clId="{8A4B9714-3C20-4E50-B7D2-0812F39D27A0}" dt="2025-03-24T05:46:40.226" v="71" actId="2696"/>
        <pc:sldMkLst>
          <pc:docMk/>
          <pc:sldMk cId="2292366712" sldId="3912"/>
        </pc:sldMkLst>
      </pc:sldChg>
      <pc:sldChg chg="addSp delSp modSp add del mod modClrScheme chgLayout">
        <pc:chgData name="Laura Zlendich" userId="5b09b22d-201f-4907-be61-df374a4bac2f" providerId="ADAL" clId="{8A4B9714-3C20-4E50-B7D2-0812F39D27A0}" dt="2025-04-10T02:19:52.095" v="2778" actId="47"/>
        <pc:sldMkLst>
          <pc:docMk/>
          <pc:sldMk cId="2750791016" sldId="3921"/>
        </pc:sldMkLst>
      </pc:sldChg>
      <pc:sldChg chg="addSp delSp modSp add del mod modClrScheme chgLayout">
        <pc:chgData name="Laura Zlendich" userId="5b09b22d-201f-4907-be61-df374a4bac2f" providerId="ADAL" clId="{8A4B9714-3C20-4E50-B7D2-0812F39D27A0}" dt="2025-04-10T02:19:52.095" v="2778" actId="47"/>
        <pc:sldMkLst>
          <pc:docMk/>
          <pc:sldMk cId="2457907463" sldId="3922"/>
        </pc:sldMkLst>
      </pc:sldChg>
      <pc:sldChg chg="addSp delSp modSp add mod ord modCm">
        <pc:chgData name="Laura Zlendich" userId="5b09b22d-201f-4907-be61-df374a4bac2f" providerId="ADAL" clId="{8A4B9714-3C20-4E50-B7D2-0812F39D27A0}" dt="2025-04-06T04:33:12.501" v="2618" actId="6549"/>
        <pc:sldMkLst>
          <pc:docMk/>
          <pc:sldMk cId="1434962950" sldId="3923"/>
        </pc:sldMkLst>
        <pc:extLst>
          <p:ext xmlns:p="http://schemas.openxmlformats.org/presentationml/2006/main" uri="{D6D511B9-2390-475A-947B-AFAB55BFBCF1}">
            <pc226:cmChg xmlns:pc226="http://schemas.microsoft.com/office/powerpoint/2022/06/main/command" chg="mod">
              <pc226:chgData name="Laura Zlendich" userId="5b09b22d-201f-4907-be61-df374a4bac2f" providerId="ADAL" clId="{8A4B9714-3C20-4E50-B7D2-0812F39D27A0}" dt="2025-04-06T04:29:39.653" v="2388" actId="20577"/>
              <pc2:cmMkLst xmlns:pc2="http://schemas.microsoft.com/office/powerpoint/2019/9/main/command">
                <pc:docMk/>
                <pc:sldMk cId="1434962950" sldId="3923"/>
                <pc2:cmMk id="{2877596C-6E8F-4085-8650-E8EF2C8CFADA}"/>
              </pc2:cmMkLst>
            </pc226:cmChg>
            <pc226:cmChg xmlns:pc226="http://schemas.microsoft.com/office/powerpoint/2022/06/main/command" chg="mod">
              <pc226:chgData name="Laura Zlendich" userId="5b09b22d-201f-4907-be61-df374a4bac2f" providerId="ADAL" clId="{8A4B9714-3C20-4E50-B7D2-0812F39D27A0}" dt="2025-04-06T04:30:48.030" v="2499" actId="6549"/>
              <pc2:cmMkLst xmlns:pc2="http://schemas.microsoft.com/office/powerpoint/2019/9/main/command">
                <pc:docMk/>
                <pc:sldMk cId="1434962950" sldId="3923"/>
                <pc2:cmMk id="{61C8E5FC-AB8A-433F-92B5-07E5520F3361}"/>
              </pc2:cmMkLst>
            </pc226:cmChg>
          </p:ext>
        </pc:extLst>
      </pc:sldChg>
      <pc:sldChg chg="modSp add mod ord modCm">
        <pc:chgData name="Laura Zlendich" userId="5b09b22d-201f-4907-be61-df374a4bac2f" providerId="ADAL" clId="{8A4B9714-3C20-4E50-B7D2-0812F39D27A0}" dt="2025-05-19T00:27:57.272" v="2966" actId="6549"/>
        <pc:sldMkLst>
          <pc:docMk/>
          <pc:sldMk cId="3345716855" sldId="3924"/>
        </pc:sldMkLst>
        <pc:extLst>
          <p:ext xmlns:p="http://schemas.openxmlformats.org/presentationml/2006/main" uri="{D6D511B9-2390-475A-947B-AFAB55BFBCF1}">
            <pc226:cmChg xmlns:pc226="http://schemas.microsoft.com/office/powerpoint/2022/06/main/command" chg="mod">
              <pc226:chgData name="Laura Zlendich" userId="5b09b22d-201f-4907-be61-df374a4bac2f" providerId="ADAL" clId="{8A4B9714-3C20-4E50-B7D2-0812F39D27A0}" dt="2025-04-06T04:29:07.847" v="2368" actId="20577"/>
              <pc2:cmMkLst xmlns:pc2="http://schemas.microsoft.com/office/powerpoint/2019/9/main/command">
                <pc:docMk/>
                <pc:sldMk cId="3345716855" sldId="3924"/>
                <pc2:cmMk id="{2A07F6BA-6D25-4C07-9FE2-A9525B67080C}"/>
              </pc2:cmMkLst>
            </pc226:cmChg>
          </p:ext>
        </pc:extLst>
      </pc:sldChg>
      <pc:sldChg chg="modSp new del mod">
        <pc:chgData name="Laura Zlendich" userId="5b09b22d-201f-4907-be61-df374a4bac2f" providerId="ADAL" clId="{8A4B9714-3C20-4E50-B7D2-0812F39D27A0}" dt="2025-04-10T02:19:52.095" v="2778" actId="47"/>
        <pc:sldMkLst>
          <pc:docMk/>
          <pc:sldMk cId="3890422272" sldId="3925"/>
        </pc:sldMkLst>
      </pc:sldChg>
      <pc:sldChg chg="addSp delSp modSp add mod modCm">
        <pc:chgData name="Laura Zlendich" userId="5b09b22d-201f-4907-be61-df374a4bac2f" providerId="ADAL" clId="{8A4B9714-3C20-4E50-B7D2-0812F39D27A0}" dt="2025-04-06T04:31:43.276" v="2565" actId="20577"/>
        <pc:sldMkLst>
          <pc:docMk/>
          <pc:sldMk cId="99309482" sldId="3926"/>
        </pc:sldMkLst>
        <pc:extLst>
          <p:ext xmlns:p="http://schemas.openxmlformats.org/presentationml/2006/main" uri="{D6D511B9-2390-475A-947B-AFAB55BFBCF1}">
            <pc226:cmChg xmlns:pc226="http://schemas.microsoft.com/office/powerpoint/2022/06/main/command" chg="mod">
              <pc226:chgData name="Laura Zlendich" userId="5b09b22d-201f-4907-be61-df374a4bac2f" providerId="ADAL" clId="{8A4B9714-3C20-4E50-B7D2-0812F39D27A0}" dt="2025-04-06T04:28:41.207" v="2323" actId="6549"/>
              <pc2:cmMkLst xmlns:pc2="http://schemas.microsoft.com/office/powerpoint/2019/9/main/command">
                <pc:docMk/>
                <pc:sldMk cId="99309482" sldId="3926"/>
                <pc2:cmMk id="{EADA10E4-8B81-4E1D-A6AB-D67A36A4C993}"/>
              </pc2:cmMkLst>
            </pc226:cmChg>
          </p:ext>
        </pc:extLst>
      </pc:sldChg>
      <pc:sldChg chg="addSp delSp modSp add mod">
        <pc:chgData name="Laura Zlendich" userId="5b09b22d-201f-4907-be61-df374a4bac2f" providerId="ADAL" clId="{8A4B9714-3C20-4E50-B7D2-0812F39D27A0}" dt="2025-04-10T02:19:40.849" v="2777" actId="13926"/>
        <pc:sldMkLst>
          <pc:docMk/>
          <pc:sldMk cId="3244273198" sldId="3927"/>
        </pc:sldMkLst>
      </pc:sldChg>
      <pc:sldChg chg="delSp modSp add mod ord">
        <pc:chgData name="Laura Zlendich" userId="5b09b22d-201f-4907-be61-df374a4bac2f" providerId="ADAL" clId="{8A4B9714-3C20-4E50-B7D2-0812F39D27A0}" dt="2025-05-22T02:00:46.868" v="3681" actId="13926"/>
        <pc:sldMkLst>
          <pc:docMk/>
          <pc:sldMk cId="1309338461" sldId="3928"/>
        </pc:sldMkLst>
      </pc:sldChg>
      <pc:sldChg chg="addSp delSp modSp add mod ord">
        <pc:chgData name="Laura Zlendich" userId="5b09b22d-201f-4907-be61-df374a4bac2f" providerId="ADAL" clId="{8A4B9714-3C20-4E50-B7D2-0812F39D27A0}" dt="2025-05-26T11:13:07.141" v="3751"/>
        <pc:sldMkLst>
          <pc:docMk/>
          <pc:sldMk cId="1023949675" sldId="3929"/>
        </pc:sldMkLst>
      </pc:sldChg>
      <pc:sldMasterChg chg="delSldLayout">
        <pc:chgData name="Laura Zlendich" userId="5b09b22d-201f-4907-be61-df374a4bac2f" providerId="ADAL" clId="{8A4B9714-3C20-4E50-B7D2-0812F39D27A0}" dt="2025-04-10T02:19:52.095" v="2778" actId="47"/>
        <pc:sldMasterMkLst>
          <pc:docMk/>
          <pc:sldMasterMk cId="0" sldId="2147483648"/>
        </pc:sldMasterMkLst>
        <pc:sldLayoutChg chg="del">
          <pc:chgData name="Laura Zlendich" userId="5b09b22d-201f-4907-be61-df374a4bac2f" providerId="ADAL" clId="{8A4B9714-3C20-4E50-B7D2-0812F39D27A0}" dt="2025-03-24T05:43:42.573" v="43" actId="47"/>
          <pc:sldLayoutMkLst>
            <pc:docMk/>
            <pc:sldMasterMk cId="0" sldId="2147483648"/>
            <pc:sldLayoutMk cId="0" sldId="2147483652"/>
          </pc:sldLayoutMkLst>
        </pc:sldLayoutChg>
        <pc:sldLayoutChg chg="del">
          <pc:chgData name="Laura Zlendich" userId="5b09b22d-201f-4907-be61-df374a4bac2f" providerId="ADAL" clId="{8A4B9714-3C20-4E50-B7D2-0812F39D27A0}" dt="2025-03-24T05:43:48.127" v="45" actId="47"/>
          <pc:sldLayoutMkLst>
            <pc:docMk/>
            <pc:sldMasterMk cId="0" sldId="2147483648"/>
            <pc:sldLayoutMk cId="0" sldId="2147483653"/>
          </pc:sldLayoutMkLst>
        </pc:sldLayoutChg>
        <pc:sldLayoutChg chg="del">
          <pc:chgData name="Laura Zlendich" userId="5b09b22d-201f-4907-be61-df374a4bac2f" providerId="ADAL" clId="{8A4B9714-3C20-4E50-B7D2-0812F39D27A0}" dt="2025-03-24T05:43:56.777" v="51" actId="47"/>
          <pc:sldLayoutMkLst>
            <pc:docMk/>
            <pc:sldMasterMk cId="0" sldId="2147483648"/>
            <pc:sldLayoutMk cId="0" sldId="2147483654"/>
          </pc:sldLayoutMkLst>
        </pc:sldLayoutChg>
        <pc:sldLayoutChg chg="del">
          <pc:chgData name="Laura Zlendich" userId="5b09b22d-201f-4907-be61-df374a4bac2f" providerId="ADAL" clId="{8A4B9714-3C20-4E50-B7D2-0812F39D27A0}" dt="2025-03-24T05:46:40.226" v="71" actId="2696"/>
          <pc:sldLayoutMkLst>
            <pc:docMk/>
            <pc:sldMasterMk cId="0" sldId="2147483648"/>
            <pc:sldLayoutMk cId="4279023438" sldId="2147483676"/>
          </pc:sldLayoutMkLst>
        </pc:sldLayoutChg>
        <pc:sldLayoutChg chg="del">
          <pc:chgData name="Laura Zlendich" userId="5b09b22d-201f-4907-be61-df374a4bac2f" providerId="ADAL" clId="{8A4B9714-3C20-4E50-B7D2-0812F39D27A0}" dt="2025-04-10T02:19:52.095" v="2778" actId="47"/>
          <pc:sldLayoutMkLst>
            <pc:docMk/>
            <pc:sldMasterMk cId="0" sldId="2147483648"/>
            <pc:sldLayoutMk cId="3276781990" sldId="2147483678"/>
          </pc:sldLayoutMkLst>
        </pc:sldLayoutChg>
      </pc:sldMasterChg>
    </pc:docChg>
  </pc:docChgLst>
  <pc:docChgLst>
    <pc:chgData name="Yolibelle Tilbrook" userId="S::yolibelle.tilbrook@mivada.com::99cda934-3e24-406f-b3a7-86ffa869bcd1" providerId="AD" clId="Web-{0228018A-ED26-7BC5-5E18-DDD077867FD0}"/>
    <pc:docChg chg="modSld">
      <pc:chgData name="Yolibelle Tilbrook" userId="S::yolibelle.tilbrook@mivada.com::99cda934-3e24-406f-b3a7-86ffa869bcd1" providerId="AD" clId="Web-{0228018A-ED26-7BC5-5E18-DDD077867FD0}" dt="2025-04-03T08:17:13.444" v="1080" actId="20577"/>
      <pc:docMkLst>
        <pc:docMk/>
      </pc:docMkLst>
      <pc:sldChg chg="delSp modSp">
        <pc:chgData name="Yolibelle Tilbrook" userId="S::yolibelle.tilbrook@mivada.com::99cda934-3e24-406f-b3a7-86ffa869bcd1" providerId="AD" clId="Web-{0228018A-ED26-7BC5-5E18-DDD077867FD0}" dt="2025-04-03T08:17:13.444" v="1080" actId="20577"/>
        <pc:sldMkLst>
          <pc:docMk/>
          <pc:sldMk cId="1434962950" sldId="3923"/>
        </pc:sldMkLst>
      </pc:sldChg>
    </pc:docChg>
  </pc:docChgLst>
  <pc:docChgLst>
    <pc:chgData name="Yolibelle Tilbrook" userId="S::yolibelle.tilbrook@mivada.com::99cda934-3e24-406f-b3a7-86ffa869bcd1" providerId="AD" clId="Web-{5C4EEC72-E61F-70EF-0FA1-DA0F1D5DB8A2}"/>
    <pc:docChg chg="modSld">
      <pc:chgData name="Yolibelle Tilbrook" userId="S::yolibelle.tilbrook@mivada.com::99cda934-3e24-406f-b3a7-86ffa869bcd1" providerId="AD" clId="Web-{5C4EEC72-E61F-70EF-0FA1-DA0F1D5DB8A2}" dt="2025-04-01T21:44:53.480" v="0" actId="1076"/>
      <pc:docMkLst>
        <pc:docMk/>
      </pc:docMkLst>
      <pc:sldChg chg="modSp">
        <pc:chgData name="Yolibelle Tilbrook" userId="S::yolibelle.tilbrook@mivada.com::99cda934-3e24-406f-b3a7-86ffa869bcd1" providerId="AD" clId="Web-{5C4EEC72-E61F-70EF-0FA1-DA0F1D5DB8A2}" dt="2025-04-01T21:44:53.480" v="0" actId="1076"/>
        <pc:sldMkLst>
          <pc:docMk/>
          <pc:sldMk cId="1434962950" sldId="3923"/>
        </pc:sldMkLst>
      </pc:sldChg>
    </pc:docChg>
  </pc:docChgLst>
</pc:chgInfo>
</file>

<file path=ppt/comments/modernComment_F53_5587CC06.xml><?xml version="1.0" encoding="utf-8"?>
<p188:cmLst xmlns:a="http://schemas.openxmlformats.org/drawingml/2006/main" xmlns:r="http://schemas.openxmlformats.org/officeDocument/2006/relationships" xmlns:p188="http://schemas.microsoft.com/office/powerpoint/2018/8/main">
  <p188:cm id="{312A85AC-6FE8-4050-8CFC-E69255CB03F2}" authorId="{2C0FF784-EAB1-7BF1-EB19-A99E27E254D6}" created="2025-03-30T05:36:55.114" startDate="2025-03-30T05:36:55.114" dueDate="2025-03-30T05:36:55.114" assignedTo="{75FC56F8-E126-E5E7-654B-8A899BB6F400}" title="@Paul Pantazes @Yolibelle Tilbrook I have spoken to both of you about the “client case studies” - can you please complete the details you have in the slide please - thankyou ">
    <pc:sldMkLst xmlns:pc="http://schemas.microsoft.com/office/powerpoint/2013/main/command">
      <pc:docMk/>
      <pc:sldMk cId="1434962950" sldId="3923"/>
    </pc:sldMkLst>
    <p188:replyLst>
      <p188:reply id="{4BD2EC1F-8A8A-4D21-B634-A6146240311A}" authorId="{75FC56F8-E126-E5E7-654B-8A899BB6F400}" created="2025-04-03T08:17:53.570">
        <p188:txBody>
          <a:bodyPr/>
          <a:lstStyle/>
          <a:p>
            <a:r>
              <a:rPr lang="en-US"/>
              <a:t>Hi [@Laura]. Qantas Finance Case study complete  </a:t>
            </a:r>
          </a:p>
        </p188:txBody>
        <p188:extLst>
          <p:ext xmlns:p="http://schemas.openxmlformats.org/presentationml/2006/main" uri="{57CB4572-C831-44C2-8A1C-0ADB6CCDFE69}">
            <p223:reactions xmlns:p223="http://schemas.microsoft.com/office/powerpoint/2022/03/main">
              <p223:rxn type="👍">
                <p223:instance time="2025-04-06T04:26:49.928" authorId="{2C0FF784-EAB1-7BF1-EB19-A99E27E254D6}"/>
              </p223:rxn>
            </p223:reactions>
          </p:ext>
        </p188:extLst>
      </p188:reply>
      <p188:reply id="{D35FCFA1-B483-4F8F-80EF-6189E2823F50}" authorId="{2C0FF784-EAB1-7BF1-EB19-A99E27E254D6}" created="2025-04-06T04:27:03.450">
        <p188:txBody>
          <a:bodyPr/>
          <a:lstStyle/>
          <a:p>
            <a:r>
              <a:rPr lang="en-AU"/>
              <a:t>[@Paul Pantazes] ….. ta</a:t>
            </a:r>
          </a:p>
        </p188:txBody>
      </p188:reply>
      <p188:reply id="{A75543C0-D2CD-4C3D-81A8-2C01482F109C}" authorId="{2C0FF784-EAB1-7BF1-EB19-A99E27E254D6}" created="2025-05-01T04:37:13.415">
        <p188:txBody>
          <a:bodyPr/>
          <a:lstStyle/>
          <a:p>
            <a:r>
              <a:rPr lang="en-AU"/>
              <a:t>[@Paul Pantazes] please update!! ☺️ </a:t>
            </a:r>
          </a:p>
        </p188:txBody>
      </p188:reply>
    </p188:replyLst>
    <p188:txBody>
      <a:bodyPr/>
      <a:lstStyle/>
      <a:p>
        <a:r>
          <a:rPr lang="en-AU"/>
          <a:t>[@Paul Pantazes] [@Yolibelle Tilbrook] 
I have spoken to both of you about the “client case studies” - can you please complete the details you have in the slide please - thankyou </a:t>
        </a:r>
      </a:p>
    </p188:txBody>
    <p188:extLst>
      <p:ext xmlns:p="http://schemas.openxmlformats.org/presentationml/2006/main" uri="{5BB2D875-25FF-4072-B9AC-8F64D62656EB}">
        <p228:taskDetails xmlns:p228="http://schemas.microsoft.com/office/powerpoint/2022/08/main">
          <p228:history>
            <p228:event time="2025-03-30T05:36:55.114" id="{8F2CF314-EFF3-4C60-BC9D-B129FBDE8511}">
              <p228:atrbtn authorId="{2C0FF784-EAB1-7BF1-EB19-A99E27E254D6}"/>
              <p228:anchr>
                <p228:comment id="{312A85AC-6FE8-4050-8CFC-E69255CB03F2}"/>
              </p228:anchr>
              <p228:add/>
            </p228:event>
            <p228:event time="2025-03-30T05:36:55.114" id="{14C0C76B-5AE3-4CD4-9102-5CE6A104226D}">
              <p228:atrbtn authorId="{2C0FF784-EAB1-7BF1-EB19-A99E27E254D6}"/>
              <p228:anchr>
                <p228:comment id="{312A85AC-6FE8-4050-8CFC-E69255CB03F2}"/>
              </p228:anchr>
              <p228:asgn authorId="{75FC56F8-E126-E5E7-654B-8A899BB6F400}"/>
            </p228:event>
            <p228:event time="2025-03-30T05:36:55.114" id="{2295BC39-4213-4ADC-BEFA-E6FEEBF1D0D4}">
              <p228:atrbtn authorId="{2C0FF784-EAB1-7BF1-EB19-A99E27E254D6}"/>
              <p228:anchr>
                <p228:comment id="{312A85AC-6FE8-4050-8CFC-E69255CB03F2}"/>
              </p228:anchr>
              <p228:title val="@Paul Pantazes @Yolibelle Tilbrook I have spoken to both of you about the “client case studies” - can you please complete the details you have in the slide please - thankyou "/>
            </p228:event>
            <p228:event time="2025-03-30T05:36:55.114" id="{3BF68FC8-C4F6-4096-81BB-FDF25AB4C8EF}">
              <p228:atrbtn authorId="{2C0FF784-EAB1-7BF1-EB19-A99E27E254D6}"/>
              <p228:anchr>
                <p228:comment id="{312A85AC-6FE8-4050-8CFC-E69255CB03F2}"/>
              </p228:anchr>
              <p228:date stDt="2025-03-30T05:36:55.114" endDt="2025-03-30T05:36:55.114"/>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39676DBB-8A2F-FDBA-07C8-88BDB1D1479F}"/>
            </a:ext>
          </a:extLst>
        </p:cNvPr>
        <p:cNvGrpSpPr/>
        <p:nvPr/>
      </p:nvGrpSpPr>
      <p:grpSpPr>
        <a:xfrm>
          <a:off x="0" y="0"/>
          <a:ext cx="0" cy="0"/>
          <a:chOff x="0" y="0"/>
          <a:chExt cx="0" cy="0"/>
        </a:xfrm>
      </p:grpSpPr>
      <p:sp>
        <p:nvSpPr>
          <p:cNvPr id="256" name="Google Shape;256;p6:notes">
            <a:extLst>
              <a:ext uri="{FF2B5EF4-FFF2-40B4-BE49-F238E27FC236}">
                <a16:creationId xmlns:a16="http://schemas.microsoft.com/office/drawing/2014/main" id="{5A171F3B-3D29-12E3-6C3E-2A70CDE32EBB}"/>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6:notes">
            <a:extLst>
              <a:ext uri="{FF2B5EF4-FFF2-40B4-BE49-F238E27FC236}">
                <a16:creationId xmlns:a16="http://schemas.microsoft.com/office/drawing/2014/main" id="{58E5EFD9-612E-7152-D731-B7BE543543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893794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DA1B7962-724B-B64C-98EB-26F789EE846E}"/>
            </a:ext>
          </a:extLst>
        </p:cNvPr>
        <p:cNvGrpSpPr/>
        <p:nvPr/>
      </p:nvGrpSpPr>
      <p:grpSpPr>
        <a:xfrm>
          <a:off x="0" y="0"/>
          <a:ext cx="0" cy="0"/>
          <a:chOff x="0" y="0"/>
          <a:chExt cx="0" cy="0"/>
        </a:xfrm>
      </p:grpSpPr>
      <p:sp>
        <p:nvSpPr>
          <p:cNvPr id="256" name="Google Shape;256;p6:notes">
            <a:extLst>
              <a:ext uri="{FF2B5EF4-FFF2-40B4-BE49-F238E27FC236}">
                <a16:creationId xmlns:a16="http://schemas.microsoft.com/office/drawing/2014/main" id="{C0E4E050-901C-AD83-0817-AD5A37D7A556}"/>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6:notes">
            <a:extLst>
              <a:ext uri="{FF2B5EF4-FFF2-40B4-BE49-F238E27FC236}">
                <a16:creationId xmlns:a16="http://schemas.microsoft.com/office/drawing/2014/main" id="{F2E96E0C-3AC9-CB27-A5EC-914D02B281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3436635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Only">
  <p:cSld name="Title_Only">
    <p:bg>
      <p:bgPr>
        <a:solidFill>
          <a:srgbClr val="FFFFFF"/>
        </a:solidFill>
        <a:effectLst/>
      </p:bgPr>
    </p:bg>
    <p:spTree>
      <p:nvGrpSpPr>
        <p:cNvPr id="1" name="Shape 20"/>
        <p:cNvGrpSpPr/>
        <p:nvPr/>
      </p:nvGrpSpPr>
      <p:grpSpPr>
        <a:xfrm>
          <a:off x="0" y="0"/>
          <a:ext cx="0" cy="0"/>
          <a:chOff x="0" y="0"/>
          <a:chExt cx="0" cy="0"/>
        </a:xfrm>
      </p:grpSpPr>
      <p:sp>
        <p:nvSpPr>
          <p:cNvPr id="21" name="Google Shape;21;p27"/>
          <p:cNvSpPr/>
          <p:nvPr/>
        </p:nvSpPr>
        <p:spPr>
          <a:xfrm>
            <a:off x="0" y="-2"/>
            <a:ext cx="12192000" cy="1191240"/>
          </a:xfrm>
          <a:prstGeom prst="rect">
            <a:avLst/>
          </a:prstGeom>
          <a:solidFill>
            <a:srgbClr val="F2F2F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22" name="Google Shape;22;p27"/>
          <p:cNvSpPr txBox="1"/>
          <p:nvPr/>
        </p:nvSpPr>
        <p:spPr>
          <a:xfrm>
            <a:off x="5401074" y="6580906"/>
            <a:ext cx="1397867" cy="211701"/>
          </a:xfrm>
          <a:prstGeom prst="rect">
            <a:avLst/>
          </a:prstGeom>
          <a:noFill/>
          <a:ln>
            <a:noFill/>
          </a:ln>
        </p:spPr>
        <p:txBody>
          <a:bodyPr spcFirstLastPara="1" wrap="square" lIns="36000" tIns="36000" rIns="36000" bIns="36000" anchor="ctr"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23" name="Google Shape;23;p27"/>
          <p:cNvSpPr txBox="1">
            <a:spLocks noGrp="1"/>
          </p:cNvSpPr>
          <p:nvPr>
            <p:ph type="sldNum" idx="12"/>
          </p:nvPr>
        </p:nvSpPr>
        <p:spPr>
          <a:xfrm>
            <a:off x="11733738" y="6616906"/>
            <a:ext cx="128563" cy="139701"/>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4" name="Google Shape;24;p27" descr="Picture 8"/>
          <p:cNvPicPr preferRelativeResize="0"/>
          <p:nvPr/>
        </p:nvPicPr>
        <p:blipFill rotWithShape="1">
          <a:blip r:embed="rId2">
            <a:alphaModFix/>
          </a:blip>
          <a:srcRect/>
          <a:stretch/>
        </p:blipFill>
        <p:spPr>
          <a:xfrm>
            <a:off x="11280095" y="345610"/>
            <a:ext cx="576943" cy="500017"/>
          </a:xfrm>
          <a:prstGeom prst="rect">
            <a:avLst/>
          </a:prstGeom>
          <a:noFill/>
          <a:ln>
            <a:noFill/>
          </a:ln>
        </p:spPr>
      </p:pic>
      <p:sp>
        <p:nvSpPr>
          <p:cNvPr id="25" name="Google Shape;25;p27"/>
          <p:cNvSpPr txBox="1">
            <a:spLocks noGrp="1"/>
          </p:cNvSpPr>
          <p:nvPr>
            <p:ph type="title"/>
          </p:nvPr>
        </p:nvSpPr>
        <p:spPr>
          <a:xfrm>
            <a:off x="334960" y="234000"/>
            <a:ext cx="10440001" cy="720001"/>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rgbClr val="071620"/>
              </a:buClr>
              <a:buSzPts val="2800"/>
              <a:buFont typeface="Georgia"/>
              <a:buNone/>
              <a:defRPr sz="2800">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26" name="Google Shape;26;p27"/>
          <p:cNvSpPr txBox="1">
            <a:spLocks noGrp="1"/>
          </p:cNvSpPr>
          <p:nvPr>
            <p:ph type="body" idx="1"/>
          </p:nvPr>
        </p:nvSpPr>
        <p:spPr>
          <a:xfrm>
            <a:off x="334961" y="6524625"/>
            <a:ext cx="4842933" cy="33337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F4B1AB"/>
              </a:buClr>
              <a:buSzPts val="800"/>
              <a:buFont typeface="Calibri"/>
              <a:buNone/>
              <a:defRPr sz="800">
                <a:solidFill>
                  <a:srgbClr val="F4B1AB"/>
                </a:solidFill>
              </a:defRPr>
            </a:lvl1pPr>
            <a:lvl2pPr marL="914400" lvl="1" indent="-228600" algn="l">
              <a:lnSpc>
                <a:spcPct val="90000"/>
              </a:lnSpc>
              <a:spcBef>
                <a:spcPts val="1000"/>
              </a:spcBef>
              <a:spcAft>
                <a:spcPts val="0"/>
              </a:spcAft>
              <a:buClr>
                <a:srgbClr val="F4B1AB"/>
              </a:buClr>
              <a:buSzPts val="800"/>
              <a:buFont typeface="Calibri"/>
              <a:buNone/>
              <a:defRPr sz="800">
                <a:solidFill>
                  <a:srgbClr val="F4B1AB"/>
                </a:solidFill>
              </a:defRPr>
            </a:lvl2pPr>
            <a:lvl3pPr marL="1371600" lvl="2" indent="-228600" algn="l">
              <a:lnSpc>
                <a:spcPct val="90000"/>
              </a:lnSpc>
              <a:spcBef>
                <a:spcPts val="1000"/>
              </a:spcBef>
              <a:spcAft>
                <a:spcPts val="0"/>
              </a:spcAft>
              <a:buClr>
                <a:srgbClr val="F4B1AB"/>
              </a:buClr>
              <a:buSzPts val="800"/>
              <a:buFont typeface="Calibri"/>
              <a:buNone/>
              <a:defRPr sz="800">
                <a:solidFill>
                  <a:srgbClr val="F4B1AB"/>
                </a:solidFill>
              </a:defRPr>
            </a:lvl3pPr>
            <a:lvl4pPr marL="1828800" lvl="3" indent="-228600" algn="l">
              <a:lnSpc>
                <a:spcPct val="90000"/>
              </a:lnSpc>
              <a:spcBef>
                <a:spcPts val="1000"/>
              </a:spcBef>
              <a:spcAft>
                <a:spcPts val="0"/>
              </a:spcAft>
              <a:buClr>
                <a:srgbClr val="F4B1AB"/>
              </a:buClr>
              <a:buSzPts val="800"/>
              <a:buFont typeface="Calibri"/>
              <a:buNone/>
              <a:defRPr sz="800">
                <a:solidFill>
                  <a:srgbClr val="F4B1AB"/>
                </a:solidFill>
              </a:defRPr>
            </a:lvl4pPr>
            <a:lvl5pPr marL="2286000" lvl="4" indent="-228600" algn="l">
              <a:lnSpc>
                <a:spcPct val="90000"/>
              </a:lnSpc>
              <a:spcBef>
                <a:spcPts val="1000"/>
              </a:spcBef>
              <a:spcAft>
                <a:spcPts val="0"/>
              </a:spcAft>
              <a:buClr>
                <a:srgbClr val="F4B1AB"/>
              </a:buClr>
              <a:buSzPts val="800"/>
              <a:buFont typeface="Calibri"/>
              <a:buNone/>
              <a:defRPr sz="800">
                <a:solidFill>
                  <a:srgbClr val="F4B1AB"/>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Large Image">
  <p:cSld name="1_Title Large Image">
    <p:spTree>
      <p:nvGrpSpPr>
        <p:cNvPr id="1" name="Shape 63"/>
        <p:cNvGrpSpPr/>
        <p:nvPr/>
      </p:nvGrpSpPr>
      <p:grpSpPr>
        <a:xfrm>
          <a:off x="0" y="0"/>
          <a:ext cx="0" cy="0"/>
          <a:chOff x="0" y="0"/>
          <a:chExt cx="0" cy="0"/>
        </a:xfrm>
      </p:grpSpPr>
      <p:sp>
        <p:nvSpPr>
          <p:cNvPr id="64" name="Google Shape;64;p32"/>
          <p:cNvSpPr/>
          <p:nvPr/>
        </p:nvSpPr>
        <p:spPr>
          <a:xfrm rot="1800000">
            <a:off x="4831613" y="1217908"/>
            <a:ext cx="2130936" cy="4258099"/>
          </a:xfrm>
          <a:prstGeom prst="roundRect">
            <a:avLst>
              <a:gd name="adj" fmla="val 50000"/>
            </a:avLst>
          </a:prstGeom>
          <a:solidFill>
            <a:srgbClr val="FF9D8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65" name="Google Shape;65;p32"/>
          <p:cNvSpPr/>
          <p:nvPr/>
        </p:nvSpPr>
        <p:spPr>
          <a:xfrm rot="900000">
            <a:off x="7133204" y="1101713"/>
            <a:ext cx="2130934" cy="4258097"/>
          </a:xfrm>
          <a:prstGeom prst="roundRect">
            <a:avLst>
              <a:gd name="adj" fmla="val 50000"/>
            </a:avLst>
          </a:prstGeom>
          <a:solidFill>
            <a:srgbClr val="E83D2D"/>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pic>
        <p:nvPicPr>
          <p:cNvPr id="66" name="Google Shape;66;p32" descr="jose-puma-MdpWvFtfI-Q-unsplash.jpeg"/>
          <p:cNvPicPr preferRelativeResize="0"/>
          <p:nvPr/>
        </p:nvPicPr>
        <p:blipFill rotWithShape="1">
          <a:blip r:embed="rId2">
            <a:alphaModFix/>
            <a:extLst>
              <a:ext uri="{28A0092B-C50C-407E-A947-70E740481C1C}">
                <a14:useLocalDpi xmlns:a14="http://schemas.microsoft.com/office/drawing/2010/main"/>
              </a:ext>
            </a:extLst>
          </a:blip>
          <a:srcRect/>
          <a:stretch/>
        </p:blipFill>
        <p:spPr>
          <a:xfrm>
            <a:off x="9351936" y="1059118"/>
            <a:ext cx="2130823" cy="4258073"/>
          </a:xfrm>
          <a:custGeom>
            <a:avLst/>
            <a:gdLst/>
            <a:ahLst/>
            <a:cxnLst/>
            <a:rect l="l" t="t" r="r" b="b"/>
            <a:pathLst>
              <a:path w="21600" h="21600" extrusionOk="0">
                <a:moveTo>
                  <a:pt x="10802" y="0"/>
                </a:moveTo>
                <a:cubicBezTo>
                  <a:pt x="9542" y="0"/>
                  <a:pt x="8289" y="110"/>
                  <a:pt x="7105" y="326"/>
                </a:cubicBezTo>
                <a:cubicBezTo>
                  <a:pt x="4106" y="872"/>
                  <a:pt x="1744" y="2053"/>
                  <a:pt x="652" y="3555"/>
                </a:cubicBezTo>
                <a:cubicBezTo>
                  <a:pt x="1" y="4496"/>
                  <a:pt x="0" y="5909"/>
                  <a:pt x="0" y="8262"/>
                </a:cubicBezTo>
                <a:lnTo>
                  <a:pt x="0" y="13338"/>
                </a:lnTo>
                <a:cubicBezTo>
                  <a:pt x="0" y="15691"/>
                  <a:pt x="1" y="17102"/>
                  <a:pt x="652" y="18043"/>
                </a:cubicBezTo>
                <a:cubicBezTo>
                  <a:pt x="1744" y="19544"/>
                  <a:pt x="4106" y="20728"/>
                  <a:pt x="7105" y="21274"/>
                </a:cubicBezTo>
                <a:cubicBezTo>
                  <a:pt x="8289" y="21490"/>
                  <a:pt x="9542" y="21600"/>
                  <a:pt x="10802" y="21600"/>
                </a:cubicBezTo>
                <a:cubicBezTo>
                  <a:pt x="12062" y="21600"/>
                  <a:pt x="13311" y="21490"/>
                  <a:pt x="14495" y="21274"/>
                </a:cubicBezTo>
                <a:cubicBezTo>
                  <a:pt x="17494" y="20728"/>
                  <a:pt x="19856" y="19544"/>
                  <a:pt x="20948" y="18043"/>
                </a:cubicBezTo>
                <a:cubicBezTo>
                  <a:pt x="21599" y="17102"/>
                  <a:pt x="21600" y="15691"/>
                  <a:pt x="21600" y="13338"/>
                </a:cubicBezTo>
                <a:lnTo>
                  <a:pt x="21600" y="8262"/>
                </a:lnTo>
                <a:cubicBezTo>
                  <a:pt x="21600" y="5909"/>
                  <a:pt x="21599" y="4496"/>
                  <a:pt x="20948" y="3555"/>
                </a:cubicBezTo>
                <a:cubicBezTo>
                  <a:pt x="19856" y="2053"/>
                  <a:pt x="17494" y="872"/>
                  <a:pt x="14495" y="326"/>
                </a:cubicBezTo>
                <a:cubicBezTo>
                  <a:pt x="13311" y="110"/>
                  <a:pt x="12062" y="0"/>
                  <a:pt x="10802" y="0"/>
                </a:cubicBezTo>
                <a:close/>
              </a:path>
            </a:pathLst>
          </a:custGeom>
          <a:noFill/>
          <a:ln>
            <a:noFill/>
          </a:ln>
        </p:spPr>
      </p:pic>
      <p:sp>
        <p:nvSpPr>
          <p:cNvPr id="67" name="Google Shape;67;p32"/>
          <p:cNvSpPr>
            <a:spLocks noGrp="1"/>
          </p:cNvSpPr>
          <p:nvPr>
            <p:ph type="pic" idx="2"/>
          </p:nvPr>
        </p:nvSpPr>
        <p:spPr>
          <a:xfrm>
            <a:off x="9351902" y="1053349"/>
            <a:ext cx="2130705" cy="4263385"/>
          </a:xfrm>
          <a:prstGeom prst="rect">
            <a:avLst/>
          </a:prstGeom>
          <a:noFill/>
          <a:ln>
            <a:noFill/>
          </a:ln>
        </p:spPr>
      </p:sp>
      <p:sp>
        <p:nvSpPr>
          <p:cNvPr id="68" name="Google Shape;68;p32"/>
          <p:cNvSpPr txBox="1">
            <a:spLocks noGrp="1"/>
          </p:cNvSpPr>
          <p:nvPr>
            <p:ph type="title"/>
          </p:nvPr>
        </p:nvSpPr>
        <p:spPr>
          <a:xfrm>
            <a:off x="690880" y="647272"/>
            <a:ext cx="4955541" cy="2089795"/>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69" name="Google Shape;69;p32" descr="Mivada_Logo_White_RGB_L.png"/>
          <p:cNvPicPr preferRelativeResize="0"/>
          <p:nvPr/>
        </p:nvPicPr>
        <p:blipFill rotWithShape="1">
          <a:blip r:embed="rId3">
            <a:alphaModFix/>
          </a:blip>
          <a:srcRect/>
          <a:stretch/>
        </p:blipFill>
        <p:spPr>
          <a:xfrm>
            <a:off x="8827692" y="5950194"/>
            <a:ext cx="2624094" cy="398068"/>
          </a:xfrm>
          <a:prstGeom prst="rect">
            <a:avLst/>
          </a:prstGeom>
          <a:noFill/>
          <a:ln>
            <a:noFill/>
          </a:ln>
        </p:spPr>
      </p:pic>
      <p:sp>
        <p:nvSpPr>
          <p:cNvPr id="70" name="Google Shape;70;p32"/>
          <p:cNvSpPr txBox="1">
            <a:spLocks noGrp="1"/>
          </p:cNvSpPr>
          <p:nvPr>
            <p:ph type="body" idx="1"/>
          </p:nvPr>
        </p:nvSpPr>
        <p:spPr>
          <a:xfrm>
            <a:off x="690880" y="2829142"/>
            <a:ext cx="4955541" cy="1291793"/>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800"/>
              <a:buFont typeface="Calibri"/>
              <a:buNone/>
              <a:defRPr sz="1800">
                <a:solidFill>
                  <a:srgbClr val="FFFFFF"/>
                </a:solidFill>
              </a:defRPr>
            </a:lvl1pPr>
            <a:lvl2pPr marL="914400" lvl="1" indent="-228600" algn="l">
              <a:lnSpc>
                <a:spcPct val="90000"/>
              </a:lnSpc>
              <a:spcBef>
                <a:spcPts val="1000"/>
              </a:spcBef>
              <a:spcAft>
                <a:spcPts val="0"/>
              </a:spcAft>
              <a:buClr>
                <a:srgbClr val="FFFFFF"/>
              </a:buClr>
              <a:buSzPts val="1800"/>
              <a:buFont typeface="Calibri"/>
              <a:buNone/>
              <a:defRPr sz="1800">
                <a:solidFill>
                  <a:srgbClr val="FFFFFF"/>
                </a:solidFill>
              </a:defRPr>
            </a:lvl2pPr>
            <a:lvl3pPr marL="1371600" lvl="2" indent="-228600" algn="l">
              <a:lnSpc>
                <a:spcPct val="90000"/>
              </a:lnSpc>
              <a:spcBef>
                <a:spcPts val="1000"/>
              </a:spcBef>
              <a:spcAft>
                <a:spcPts val="0"/>
              </a:spcAft>
              <a:buClr>
                <a:srgbClr val="FFFFFF"/>
              </a:buClr>
              <a:buSzPts val="1800"/>
              <a:buFont typeface="Calibri"/>
              <a:buNone/>
              <a:defRPr sz="1800">
                <a:solidFill>
                  <a:srgbClr val="FFFFFF"/>
                </a:solidFill>
              </a:defRPr>
            </a:lvl3pPr>
            <a:lvl4pPr marL="1828800" lvl="3" indent="-228600" algn="l">
              <a:lnSpc>
                <a:spcPct val="90000"/>
              </a:lnSpc>
              <a:spcBef>
                <a:spcPts val="1000"/>
              </a:spcBef>
              <a:spcAft>
                <a:spcPts val="0"/>
              </a:spcAft>
              <a:buClr>
                <a:srgbClr val="FFFFFF"/>
              </a:buClr>
              <a:buSzPts val="1800"/>
              <a:buFont typeface="Calibri"/>
              <a:buNone/>
              <a:defRPr sz="1800">
                <a:solidFill>
                  <a:srgbClr val="FFFFFF"/>
                </a:solidFill>
              </a:defRPr>
            </a:lvl4pPr>
            <a:lvl5pPr marL="2286000" lvl="4" indent="-228600" algn="l">
              <a:lnSpc>
                <a:spcPct val="90000"/>
              </a:lnSpc>
              <a:spcBef>
                <a:spcPts val="1000"/>
              </a:spcBef>
              <a:spcAft>
                <a:spcPts val="0"/>
              </a:spcAft>
              <a:buClr>
                <a:srgbClr val="FFFFFF"/>
              </a:buClr>
              <a:buSzPts val="1800"/>
              <a:buFont typeface="Calibri"/>
              <a:buNone/>
              <a:defRPr sz="18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71" name="Google Shape;71;p32"/>
          <p:cNvSpPr txBox="1">
            <a:spLocks noGrp="1"/>
          </p:cNvSpPr>
          <p:nvPr>
            <p:ph type="body" idx="3"/>
          </p:nvPr>
        </p:nvSpPr>
        <p:spPr>
          <a:xfrm>
            <a:off x="690562" y="5044931"/>
            <a:ext cx="3898531" cy="135096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FFFFFF"/>
              </a:buClr>
              <a:buSzPts val="1600"/>
              <a:buFont typeface="Calibri"/>
              <a:buNone/>
              <a:defRPr sz="1600">
                <a:solidFill>
                  <a:srgbClr val="FFFFFF"/>
                </a:solidFill>
              </a:defRPr>
            </a:lvl1pPr>
            <a:lvl2pPr marL="914400" lvl="1" indent="-342900" algn="l">
              <a:lnSpc>
                <a:spcPct val="90000"/>
              </a:lnSpc>
              <a:spcBef>
                <a:spcPts val="1000"/>
              </a:spcBef>
              <a:spcAft>
                <a:spcPts val="0"/>
              </a:spcAft>
              <a:buClr>
                <a:srgbClr val="071620"/>
              </a:buClr>
              <a:buSzPts val="1800"/>
              <a:buChar char="•"/>
              <a:defRPr/>
            </a:lvl2pPr>
            <a:lvl3pPr marL="1371600" lvl="2" indent="-342900" algn="l">
              <a:lnSpc>
                <a:spcPct val="90000"/>
              </a:lnSpc>
              <a:spcBef>
                <a:spcPts val="1000"/>
              </a:spcBef>
              <a:spcAft>
                <a:spcPts val="0"/>
              </a:spcAft>
              <a:buClr>
                <a:srgbClr val="071620"/>
              </a:buClr>
              <a:buSzPts val="1800"/>
              <a:buChar char="•"/>
              <a:defRPr/>
            </a:lvl3pPr>
            <a:lvl4pPr marL="1828800" lvl="3" indent="-342900" algn="l">
              <a:lnSpc>
                <a:spcPct val="90000"/>
              </a:lnSpc>
              <a:spcBef>
                <a:spcPts val="1000"/>
              </a:spcBef>
              <a:spcAft>
                <a:spcPts val="0"/>
              </a:spcAft>
              <a:buClr>
                <a:srgbClr val="071620"/>
              </a:buClr>
              <a:buSzPts val="1800"/>
              <a:buChar char="•"/>
              <a:defRPr/>
            </a:lvl4pPr>
            <a:lvl5pPr marL="2286000" lvl="4" indent="-342900" algn="l">
              <a:lnSpc>
                <a:spcPct val="90000"/>
              </a:lnSpc>
              <a:spcBef>
                <a:spcPts val="1000"/>
              </a:spcBef>
              <a:spcAft>
                <a:spcPts val="0"/>
              </a:spcAft>
              <a:buClr>
                <a:srgbClr val="071620"/>
              </a:buClr>
              <a:buSzPts val="1800"/>
              <a:buChar char="•"/>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72" name="Google Shape;72;p32"/>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le Large Image">
  <p:cSld name="2_Title Large Image">
    <p:spTree>
      <p:nvGrpSpPr>
        <p:cNvPr id="1" name="Shape 73"/>
        <p:cNvGrpSpPr/>
        <p:nvPr/>
      </p:nvGrpSpPr>
      <p:grpSpPr>
        <a:xfrm>
          <a:off x="0" y="0"/>
          <a:ext cx="0" cy="0"/>
          <a:chOff x="0" y="0"/>
          <a:chExt cx="0" cy="0"/>
        </a:xfrm>
      </p:grpSpPr>
      <p:sp>
        <p:nvSpPr>
          <p:cNvPr id="74" name="Google Shape;74;p33"/>
          <p:cNvSpPr/>
          <p:nvPr/>
        </p:nvSpPr>
        <p:spPr>
          <a:xfrm rot="1800000">
            <a:off x="4831613" y="1217908"/>
            <a:ext cx="2130936" cy="4258099"/>
          </a:xfrm>
          <a:prstGeom prst="roundRect">
            <a:avLst>
              <a:gd name="adj" fmla="val 50000"/>
            </a:avLst>
          </a:prstGeom>
          <a:solidFill>
            <a:srgbClr val="FFE45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75" name="Google Shape;75;p33"/>
          <p:cNvSpPr/>
          <p:nvPr/>
        </p:nvSpPr>
        <p:spPr>
          <a:xfrm rot="900000">
            <a:off x="7133204" y="1101713"/>
            <a:ext cx="2130934" cy="4258097"/>
          </a:xfrm>
          <a:prstGeom prst="roundRect">
            <a:avLst>
              <a:gd name="adj" fmla="val 50000"/>
            </a:avLst>
          </a:prstGeom>
          <a:solidFill>
            <a:schemeClr val="accent5"/>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76" name="Google Shape;76;p33"/>
          <p:cNvSpPr txBox="1">
            <a:spLocks noGrp="1"/>
          </p:cNvSpPr>
          <p:nvPr>
            <p:ph type="title"/>
          </p:nvPr>
        </p:nvSpPr>
        <p:spPr>
          <a:xfrm>
            <a:off x="690880" y="647272"/>
            <a:ext cx="4955541" cy="2089795"/>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77" name="Google Shape;77;p33" descr="brennan-martinez-jNUU8pKkkL8-unsplash.jpeg"/>
          <p:cNvPicPr preferRelativeResize="0"/>
          <p:nvPr/>
        </p:nvPicPr>
        <p:blipFill rotWithShape="1">
          <a:blip r:embed="rId2">
            <a:alphaModFix/>
            <a:extLst>
              <a:ext uri="{28A0092B-C50C-407E-A947-70E740481C1C}">
                <a14:useLocalDpi xmlns:a14="http://schemas.microsoft.com/office/drawing/2010/main"/>
              </a:ext>
            </a:extLst>
          </a:blip>
          <a:srcRect/>
          <a:stretch/>
        </p:blipFill>
        <p:spPr>
          <a:xfrm>
            <a:off x="9351647" y="1057901"/>
            <a:ext cx="2128839" cy="4254104"/>
          </a:xfrm>
          <a:custGeom>
            <a:avLst/>
            <a:gdLst/>
            <a:ahLst/>
            <a:cxnLst/>
            <a:rect l="l" t="t" r="r" b="b"/>
            <a:pathLst>
              <a:path w="21594" h="21600" extrusionOk="0">
                <a:moveTo>
                  <a:pt x="10797" y="0"/>
                </a:moveTo>
                <a:cubicBezTo>
                  <a:pt x="9537" y="0"/>
                  <a:pt x="8285" y="110"/>
                  <a:pt x="7101" y="326"/>
                </a:cubicBezTo>
                <a:cubicBezTo>
                  <a:pt x="4103" y="872"/>
                  <a:pt x="1740" y="2055"/>
                  <a:pt x="648" y="3557"/>
                </a:cubicBezTo>
                <a:cubicBezTo>
                  <a:pt x="-3" y="4498"/>
                  <a:pt x="0" y="5909"/>
                  <a:pt x="0" y="8262"/>
                </a:cubicBezTo>
                <a:lnTo>
                  <a:pt x="0" y="13338"/>
                </a:lnTo>
                <a:cubicBezTo>
                  <a:pt x="0" y="15691"/>
                  <a:pt x="-3" y="17102"/>
                  <a:pt x="648" y="18043"/>
                </a:cubicBezTo>
                <a:cubicBezTo>
                  <a:pt x="1740" y="19544"/>
                  <a:pt x="4103" y="20730"/>
                  <a:pt x="7101" y="21276"/>
                </a:cubicBezTo>
                <a:cubicBezTo>
                  <a:pt x="8285" y="21492"/>
                  <a:pt x="9537" y="21600"/>
                  <a:pt x="10797" y="21600"/>
                </a:cubicBezTo>
                <a:cubicBezTo>
                  <a:pt x="12057" y="21600"/>
                  <a:pt x="13309" y="21492"/>
                  <a:pt x="14493" y="21276"/>
                </a:cubicBezTo>
                <a:cubicBezTo>
                  <a:pt x="17491" y="20730"/>
                  <a:pt x="19854" y="19544"/>
                  <a:pt x="20946" y="18043"/>
                </a:cubicBezTo>
                <a:cubicBezTo>
                  <a:pt x="21597" y="17102"/>
                  <a:pt x="21594" y="15691"/>
                  <a:pt x="21594" y="13338"/>
                </a:cubicBezTo>
                <a:lnTo>
                  <a:pt x="21594" y="8262"/>
                </a:lnTo>
                <a:cubicBezTo>
                  <a:pt x="21594" y="5909"/>
                  <a:pt x="21597" y="4498"/>
                  <a:pt x="20946" y="3557"/>
                </a:cubicBezTo>
                <a:cubicBezTo>
                  <a:pt x="19854" y="2055"/>
                  <a:pt x="17491" y="872"/>
                  <a:pt x="14493" y="326"/>
                </a:cubicBezTo>
                <a:cubicBezTo>
                  <a:pt x="13309" y="110"/>
                  <a:pt x="12057" y="0"/>
                  <a:pt x="10797" y="0"/>
                </a:cubicBezTo>
                <a:close/>
              </a:path>
            </a:pathLst>
          </a:custGeom>
          <a:noFill/>
          <a:ln>
            <a:noFill/>
          </a:ln>
        </p:spPr>
      </p:pic>
      <p:sp>
        <p:nvSpPr>
          <p:cNvPr id="78" name="Google Shape;78;p33"/>
          <p:cNvSpPr>
            <a:spLocks noGrp="1"/>
          </p:cNvSpPr>
          <p:nvPr>
            <p:ph type="pic" idx="2"/>
          </p:nvPr>
        </p:nvSpPr>
        <p:spPr>
          <a:xfrm>
            <a:off x="9351902" y="1053349"/>
            <a:ext cx="2130705" cy="4263385"/>
          </a:xfrm>
          <a:prstGeom prst="rect">
            <a:avLst/>
          </a:prstGeom>
          <a:noFill/>
          <a:ln>
            <a:noFill/>
          </a:ln>
        </p:spPr>
      </p:sp>
      <p:pic>
        <p:nvPicPr>
          <p:cNvPr id="79" name="Google Shape;79;p33" descr="Mivada_Logo_White_RGB_L.png"/>
          <p:cNvPicPr preferRelativeResize="0"/>
          <p:nvPr/>
        </p:nvPicPr>
        <p:blipFill rotWithShape="1">
          <a:blip r:embed="rId3">
            <a:alphaModFix/>
          </a:blip>
          <a:srcRect/>
          <a:stretch/>
        </p:blipFill>
        <p:spPr>
          <a:xfrm>
            <a:off x="8827692" y="5950194"/>
            <a:ext cx="2624094" cy="398068"/>
          </a:xfrm>
          <a:prstGeom prst="rect">
            <a:avLst/>
          </a:prstGeom>
          <a:noFill/>
          <a:ln>
            <a:noFill/>
          </a:ln>
        </p:spPr>
      </p:pic>
      <p:sp>
        <p:nvSpPr>
          <p:cNvPr id="80" name="Google Shape;80;p33"/>
          <p:cNvSpPr txBox="1">
            <a:spLocks noGrp="1"/>
          </p:cNvSpPr>
          <p:nvPr>
            <p:ph type="body" idx="1"/>
          </p:nvPr>
        </p:nvSpPr>
        <p:spPr>
          <a:xfrm>
            <a:off x="690880" y="2829142"/>
            <a:ext cx="4955541" cy="1291793"/>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800"/>
              <a:buFont typeface="Calibri"/>
              <a:buNone/>
              <a:defRPr sz="1800">
                <a:solidFill>
                  <a:srgbClr val="FFFFFF"/>
                </a:solidFill>
              </a:defRPr>
            </a:lvl1pPr>
            <a:lvl2pPr marL="914400" lvl="1" indent="-228600" algn="l">
              <a:lnSpc>
                <a:spcPct val="90000"/>
              </a:lnSpc>
              <a:spcBef>
                <a:spcPts val="1000"/>
              </a:spcBef>
              <a:spcAft>
                <a:spcPts val="0"/>
              </a:spcAft>
              <a:buClr>
                <a:srgbClr val="FFFFFF"/>
              </a:buClr>
              <a:buSzPts val="1800"/>
              <a:buFont typeface="Calibri"/>
              <a:buNone/>
              <a:defRPr sz="1800">
                <a:solidFill>
                  <a:srgbClr val="FFFFFF"/>
                </a:solidFill>
              </a:defRPr>
            </a:lvl2pPr>
            <a:lvl3pPr marL="1371600" lvl="2" indent="-228600" algn="l">
              <a:lnSpc>
                <a:spcPct val="90000"/>
              </a:lnSpc>
              <a:spcBef>
                <a:spcPts val="1000"/>
              </a:spcBef>
              <a:spcAft>
                <a:spcPts val="0"/>
              </a:spcAft>
              <a:buClr>
                <a:srgbClr val="FFFFFF"/>
              </a:buClr>
              <a:buSzPts val="1800"/>
              <a:buFont typeface="Calibri"/>
              <a:buNone/>
              <a:defRPr sz="1800">
                <a:solidFill>
                  <a:srgbClr val="FFFFFF"/>
                </a:solidFill>
              </a:defRPr>
            </a:lvl3pPr>
            <a:lvl4pPr marL="1828800" lvl="3" indent="-228600" algn="l">
              <a:lnSpc>
                <a:spcPct val="90000"/>
              </a:lnSpc>
              <a:spcBef>
                <a:spcPts val="1000"/>
              </a:spcBef>
              <a:spcAft>
                <a:spcPts val="0"/>
              </a:spcAft>
              <a:buClr>
                <a:srgbClr val="FFFFFF"/>
              </a:buClr>
              <a:buSzPts val="1800"/>
              <a:buFont typeface="Calibri"/>
              <a:buNone/>
              <a:defRPr sz="1800">
                <a:solidFill>
                  <a:srgbClr val="FFFFFF"/>
                </a:solidFill>
              </a:defRPr>
            </a:lvl4pPr>
            <a:lvl5pPr marL="2286000" lvl="4" indent="-228600" algn="l">
              <a:lnSpc>
                <a:spcPct val="90000"/>
              </a:lnSpc>
              <a:spcBef>
                <a:spcPts val="1000"/>
              </a:spcBef>
              <a:spcAft>
                <a:spcPts val="0"/>
              </a:spcAft>
              <a:buClr>
                <a:srgbClr val="FFFFFF"/>
              </a:buClr>
              <a:buSzPts val="1800"/>
              <a:buFont typeface="Calibri"/>
              <a:buNone/>
              <a:defRPr sz="18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81" name="Google Shape;81;p33"/>
          <p:cNvSpPr txBox="1">
            <a:spLocks noGrp="1"/>
          </p:cNvSpPr>
          <p:nvPr>
            <p:ph type="body" idx="3"/>
          </p:nvPr>
        </p:nvSpPr>
        <p:spPr>
          <a:xfrm>
            <a:off x="690562" y="5044931"/>
            <a:ext cx="3898531" cy="135096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FFFFFF"/>
              </a:buClr>
              <a:buSzPts val="1600"/>
              <a:buFont typeface="Calibri"/>
              <a:buNone/>
              <a:defRPr sz="1600">
                <a:solidFill>
                  <a:srgbClr val="FFFFFF"/>
                </a:solidFill>
              </a:defRPr>
            </a:lvl1pPr>
            <a:lvl2pPr marL="914400" lvl="1" indent="-342900" algn="l">
              <a:lnSpc>
                <a:spcPct val="90000"/>
              </a:lnSpc>
              <a:spcBef>
                <a:spcPts val="1000"/>
              </a:spcBef>
              <a:spcAft>
                <a:spcPts val="0"/>
              </a:spcAft>
              <a:buClr>
                <a:srgbClr val="071620"/>
              </a:buClr>
              <a:buSzPts val="1800"/>
              <a:buChar char="•"/>
              <a:defRPr/>
            </a:lvl2pPr>
            <a:lvl3pPr marL="1371600" lvl="2" indent="-342900" algn="l">
              <a:lnSpc>
                <a:spcPct val="90000"/>
              </a:lnSpc>
              <a:spcBef>
                <a:spcPts val="1000"/>
              </a:spcBef>
              <a:spcAft>
                <a:spcPts val="0"/>
              </a:spcAft>
              <a:buClr>
                <a:srgbClr val="071620"/>
              </a:buClr>
              <a:buSzPts val="1800"/>
              <a:buChar char="•"/>
              <a:defRPr/>
            </a:lvl3pPr>
            <a:lvl4pPr marL="1828800" lvl="3" indent="-342900" algn="l">
              <a:lnSpc>
                <a:spcPct val="90000"/>
              </a:lnSpc>
              <a:spcBef>
                <a:spcPts val="1000"/>
              </a:spcBef>
              <a:spcAft>
                <a:spcPts val="0"/>
              </a:spcAft>
              <a:buClr>
                <a:srgbClr val="071620"/>
              </a:buClr>
              <a:buSzPts val="1800"/>
              <a:buChar char="•"/>
              <a:defRPr/>
            </a:lvl4pPr>
            <a:lvl5pPr marL="2286000" lvl="4" indent="-342900" algn="l">
              <a:lnSpc>
                <a:spcPct val="90000"/>
              </a:lnSpc>
              <a:spcBef>
                <a:spcPts val="1000"/>
              </a:spcBef>
              <a:spcAft>
                <a:spcPts val="0"/>
              </a:spcAft>
              <a:buClr>
                <a:srgbClr val="071620"/>
              </a:buClr>
              <a:buSzPts val="1800"/>
              <a:buChar char="•"/>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82" name="Google Shape;82;p33"/>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Title Large Image">
  <p:cSld name="3_Title Large Image">
    <p:spTree>
      <p:nvGrpSpPr>
        <p:cNvPr id="1" name="Shape 83"/>
        <p:cNvGrpSpPr/>
        <p:nvPr/>
      </p:nvGrpSpPr>
      <p:grpSpPr>
        <a:xfrm>
          <a:off x="0" y="0"/>
          <a:ext cx="0" cy="0"/>
          <a:chOff x="0" y="0"/>
          <a:chExt cx="0" cy="0"/>
        </a:xfrm>
      </p:grpSpPr>
      <p:sp>
        <p:nvSpPr>
          <p:cNvPr id="84" name="Google Shape;84;p34"/>
          <p:cNvSpPr/>
          <p:nvPr/>
        </p:nvSpPr>
        <p:spPr>
          <a:xfrm rot="1800000">
            <a:off x="4831613" y="1217908"/>
            <a:ext cx="2130936" cy="4258099"/>
          </a:xfrm>
          <a:prstGeom prst="roundRect">
            <a:avLst>
              <a:gd name="adj" fmla="val 50000"/>
            </a:avLst>
          </a:prstGeom>
          <a:solidFill>
            <a:srgbClr val="96DD4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85" name="Google Shape;85;p34"/>
          <p:cNvSpPr/>
          <p:nvPr/>
        </p:nvSpPr>
        <p:spPr>
          <a:xfrm rot="900000">
            <a:off x="7133204" y="1101713"/>
            <a:ext cx="2130934" cy="4258097"/>
          </a:xfrm>
          <a:prstGeom prst="roundRect">
            <a:avLst>
              <a:gd name="adj" fmla="val 50000"/>
            </a:avLst>
          </a:prstGeom>
          <a:solidFill>
            <a:schemeClr val="accent6"/>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86" name="Google Shape;86;p34"/>
          <p:cNvSpPr txBox="1">
            <a:spLocks noGrp="1"/>
          </p:cNvSpPr>
          <p:nvPr>
            <p:ph type="title"/>
          </p:nvPr>
        </p:nvSpPr>
        <p:spPr>
          <a:xfrm>
            <a:off x="690880" y="647272"/>
            <a:ext cx="4955541" cy="2089795"/>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87" name="Google Shape;87;p34" descr="Mivada_Logo_White_RGB_L.png"/>
          <p:cNvPicPr preferRelativeResize="0"/>
          <p:nvPr/>
        </p:nvPicPr>
        <p:blipFill rotWithShape="1">
          <a:blip r:embed="rId2">
            <a:alphaModFix/>
          </a:blip>
          <a:srcRect/>
          <a:stretch/>
        </p:blipFill>
        <p:spPr>
          <a:xfrm>
            <a:off x="8827692" y="5950194"/>
            <a:ext cx="2624094" cy="398068"/>
          </a:xfrm>
          <a:prstGeom prst="rect">
            <a:avLst/>
          </a:prstGeom>
          <a:noFill/>
          <a:ln>
            <a:noFill/>
          </a:ln>
        </p:spPr>
      </p:pic>
      <p:pic>
        <p:nvPicPr>
          <p:cNvPr id="88" name="Google Shape;88;p34" descr="photo-1538448728514-b19826b97c9c.jpeg"/>
          <p:cNvPicPr preferRelativeResize="0"/>
          <p:nvPr/>
        </p:nvPicPr>
        <p:blipFill rotWithShape="1">
          <a:blip r:embed="rId3">
            <a:alphaModFix/>
            <a:extLst>
              <a:ext uri="{28A0092B-C50C-407E-A947-70E740481C1C}">
                <a14:useLocalDpi xmlns:a14="http://schemas.microsoft.com/office/drawing/2010/main"/>
              </a:ext>
            </a:extLst>
          </a:blip>
          <a:srcRect/>
          <a:stretch/>
        </p:blipFill>
        <p:spPr>
          <a:xfrm>
            <a:off x="9349702" y="1057901"/>
            <a:ext cx="2128839" cy="4254104"/>
          </a:xfrm>
          <a:custGeom>
            <a:avLst/>
            <a:gdLst/>
            <a:ahLst/>
            <a:cxnLst/>
            <a:rect l="l" t="t" r="r" b="b"/>
            <a:pathLst>
              <a:path w="21594" h="21600" extrusionOk="0">
                <a:moveTo>
                  <a:pt x="10797" y="0"/>
                </a:moveTo>
                <a:cubicBezTo>
                  <a:pt x="9537" y="0"/>
                  <a:pt x="8285" y="110"/>
                  <a:pt x="7101" y="326"/>
                </a:cubicBezTo>
                <a:cubicBezTo>
                  <a:pt x="4103" y="872"/>
                  <a:pt x="1740" y="2055"/>
                  <a:pt x="648" y="3557"/>
                </a:cubicBezTo>
                <a:cubicBezTo>
                  <a:pt x="-3" y="4498"/>
                  <a:pt x="0" y="5909"/>
                  <a:pt x="0" y="8262"/>
                </a:cubicBezTo>
                <a:lnTo>
                  <a:pt x="0" y="13338"/>
                </a:lnTo>
                <a:cubicBezTo>
                  <a:pt x="0" y="15691"/>
                  <a:pt x="-3" y="17102"/>
                  <a:pt x="648" y="18043"/>
                </a:cubicBezTo>
                <a:cubicBezTo>
                  <a:pt x="1740" y="19544"/>
                  <a:pt x="4103" y="20730"/>
                  <a:pt x="7101" y="21276"/>
                </a:cubicBezTo>
                <a:cubicBezTo>
                  <a:pt x="8285" y="21492"/>
                  <a:pt x="9537" y="21600"/>
                  <a:pt x="10797" y="21600"/>
                </a:cubicBezTo>
                <a:cubicBezTo>
                  <a:pt x="12057" y="21600"/>
                  <a:pt x="13309" y="21492"/>
                  <a:pt x="14493" y="21276"/>
                </a:cubicBezTo>
                <a:cubicBezTo>
                  <a:pt x="17491" y="20730"/>
                  <a:pt x="19854" y="19544"/>
                  <a:pt x="20946" y="18043"/>
                </a:cubicBezTo>
                <a:cubicBezTo>
                  <a:pt x="21597" y="17102"/>
                  <a:pt x="21594" y="15691"/>
                  <a:pt x="21594" y="13338"/>
                </a:cubicBezTo>
                <a:lnTo>
                  <a:pt x="21594" y="8262"/>
                </a:lnTo>
                <a:cubicBezTo>
                  <a:pt x="21594" y="5909"/>
                  <a:pt x="21597" y="4498"/>
                  <a:pt x="20946" y="3557"/>
                </a:cubicBezTo>
                <a:cubicBezTo>
                  <a:pt x="19854" y="2055"/>
                  <a:pt x="17491" y="872"/>
                  <a:pt x="14493" y="326"/>
                </a:cubicBezTo>
                <a:cubicBezTo>
                  <a:pt x="13309" y="110"/>
                  <a:pt x="12057" y="0"/>
                  <a:pt x="10797" y="0"/>
                </a:cubicBezTo>
                <a:close/>
              </a:path>
            </a:pathLst>
          </a:custGeom>
          <a:noFill/>
          <a:ln>
            <a:noFill/>
          </a:ln>
        </p:spPr>
      </p:pic>
      <p:sp>
        <p:nvSpPr>
          <p:cNvPr id="89" name="Google Shape;89;p34"/>
          <p:cNvSpPr>
            <a:spLocks noGrp="1"/>
          </p:cNvSpPr>
          <p:nvPr>
            <p:ph type="pic" idx="2"/>
          </p:nvPr>
        </p:nvSpPr>
        <p:spPr>
          <a:xfrm>
            <a:off x="9351902" y="1053349"/>
            <a:ext cx="2130705" cy="4263385"/>
          </a:xfrm>
          <a:prstGeom prst="rect">
            <a:avLst/>
          </a:prstGeom>
          <a:noFill/>
          <a:ln>
            <a:noFill/>
          </a:ln>
        </p:spPr>
      </p:sp>
      <p:sp>
        <p:nvSpPr>
          <p:cNvPr id="90" name="Google Shape;90;p34"/>
          <p:cNvSpPr txBox="1">
            <a:spLocks noGrp="1"/>
          </p:cNvSpPr>
          <p:nvPr>
            <p:ph type="body" idx="1"/>
          </p:nvPr>
        </p:nvSpPr>
        <p:spPr>
          <a:xfrm>
            <a:off x="690880" y="2829142"/>
            <a:ext cx="4955541" cy="1291793"/>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800"/>
              <a:buFont typeface="Calibri"/>
              <a:buNone/>
              <a:defRPr sz="1800">
                <a:solidFill>
                  <a:srgbClr val="FFFFFF"/>
                </a:solidFill>
              </a:defRPr>
            </a:lvl1pPr>
            <a:lvl2pPr marL="914400" lvl="1" indent="-228600" algn="l">
              <a:lnSpc>
                <a:spcPct val="90000"/>
              </a:lnSpc>
              <a:spcBef>
                <a:spcPts val="1000"/>
              </a:spcBef>
              <a:spcAft>
                <a:spcPts val="0"/>
              </a:spcAft>
              <a:buClr>
                <a:srgbClr val="FFFFFF"/>
              </a:buClr>
              <a:buSzPts val="1800"/>
              <a:buFont typeface="Calibri"/>
              <a:buNone/>
              <a:defRPr sz="1800">
                <a:solidFill>
                  <a:srgbClr val="FFFFFF"/>
                </a:solidFill>
              </a:defRPr>
            </a:lvl2pPr>
            <a:lvl3pPr marL="1371600" lvl="2" indent="-228600" algn="l">
              <a:lnSpc>
                <a:spcPct val="90000"/>
              </a:lnSpc>
              <a:spcBef>
                <a:spcPts val="1000"/>
              </a:spcBef>
              <a:spcAft>
                <a:spcPts val="0"/>
              </a:spcAft>
              <a:buClr>
                <a:srgbClr val="FFFFFF"/>
              </a:buClr>
              <a:buSzPts val="1800"/>
              <a:buFont typeface="Calibri"/>
              <a:buNone/>
              <a:defRPr sz="1800">
                <a:solidFill>
                  <a:srgbClr val="FFFFFF"/>
                </a:solidFill>
              </a:defRPr>
            </a:lvl3pPr>
            <a:lvl4pPr marL="1828800" lvl="3" indent="-228600" algn="l">
              <a:lnSpc>
                <a:spcPct val="90000"/>
              </a:lnSpc>
              <a:spcBef>
                <a:spcPts val="1000"/>
              </a:spcBef>
              <a:spcAft>
                <a:spcPts val="0"/>
              </a:spcAft>
              <a:buClr>
                <a:srgbClr val="FFFFFF"/>
              </a:buClr>
              <a:buSzPts val="1800"/>
              <a:buFont typeface="Calibri"/>
              <a:buNone/>
              <a:defRPr sz="1800">
                <a:solidFill>
                  <a:srgbClr val="FFFFFF"/>
                </a:solidFill>
              </a:defRPr>
            </a:lvl4pPr>
            <a:lvl5pPr marL="2286000" lvl="4" indent="-228600" algn="l">
              <a:lnSpc>
                <a:spcPct val="90000"/>
              </a:lnSpc>
              <a:spcBef>
                <a:spcPts val="1000"/>
              </a:spcBef>
              <a:spcAft>
                <a:spcPts val="0"/>
              </a:spcAft>
              <a:buClr>
                <a:srgbClr val="FFFFFF"/>
              </a:buClr>
              <a:buSzPts val="1800"/>
              <a:buFont typeface="Calibri"/>
              <a:buNone/>
              <a:defRPr sz="18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91" name="Google Shape;91;p34"/>
          <p:cNvSpPr txBox="1">
            <a:spLocks noGrp="1"/>
          </p:cNvSpPr>
          <p:nvPr>
            <p:ph type="body" idx="3"/>
          </p:nvPr>
        </p:nvSpPr>
        <p:spPr>
          <a:xfrm>
            <a:off x="690562" y="5044931"/>
            <a:ext cx="3898531" cy="135096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FFFFFF"/>
              </a:buClr>
              <a:buSzPts val="1600"/>
              <a:buFont typeface="Calibri"/>
              <a:buNone/>
              <a:defRPr sz="1600">
                <a:solidFill>
                  <a:srgbClr val="FFFFFF"/>
                </a:solidFill>
              </a:defRPr>
            </a:lvl1pPr>
            <a:lvl2pPr marL="914400" lvl="1" indent="-342900" algn="l">
              <a:lnSpc>
                <a:spcPct val="90000"/>
              </a:lnSpc>
              <a:spcBef>
                <a:spcPts val="1000"/>
              </a:spcBef>
              <a:spcAft>
                <a:spcPts val="0"/>
              </a:spcAft>
              <a:buClr>
                <a:srgbClr val="071620"/>
              </a:buClr>
              <a:buSzPts val="1800"/>
              <a:buChar char="•"/>
              <a:defRPr/>
            </a:lvl2pPr>
            <a:lvl3pPr marL="1371600" lvl="2" indent="-342900" algn="l">
              <a:lnSpc>
                <a:spcPct val="90000"/>
              </a:lnSpc>
              <a:spcBef>
                <a:spcPts val="1000"/>
              </a:spcBef>
              <a:spcAft>
                <a:spcPts val="0"/>
              </a:spcAft>
              <a:buClr>
                <a:srgbClr val="071620"/>
              </a:buClr>
              <a:buSzPts val="1800"/>
              <a:buChar char="•"/>
              <a:defRPr/>
            </a:lvl3pPr>
            <a:lvl4pPr marL="1828800" lvl="3" indent="-342900" algn="l">
              <a:lnSpc>
                <a:spcPct val="90000"/>
              </a:lnSpc>
              <a:spcBef>
                <a:spcPts val="1000"/>
              </a:spcBef>
              <a:spcAft>
                <a:spcPts val="0"/>
              </a:spcAft>
              <a:buClr>
                <a:srgbClr val="071620"/>
              </a:buClr>
              <a:buSzPts val="1800"/>
              <a:buChar char="•"/>
              <a:defRPr/>
            </a:lvl4pPr>
            <a:lvl5pPr marL="2286000" lvl="4" indent="-342900" algn="l">
              <a:lnSpc>
                <a:spcPct val="90000"/>
              </a:lnSpc>
              <a:spcBef>
                <a:spcPts val="1000"/>
              </a:spcBef>
              <a:spcAft>
                <a:spcPts val="0"/>
              </a:spcAft>
              <a:buClr>
                <a:srgbClr val="071620"/>
              </a:buClr>
              <a:buSzPts val="1800"/>
              <a:buChar char="•"/>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92" name="Google Shape;92;p34"/>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4_Title Large Image">
  <p:cSld name="4_Title Large Image">
    <p:spTree>
      <p:nvGrpSpPr>
        <p:cNvPr id="1" name="Shape 93"/>
        <p:cNvGrpSpPr/>
        <p:nvPr/>
      </p:nvGrpSpPr>
      <p:grpSpPr>
        <a:xfrm>
          <a:off x="0" y="0"/>
          <a:ext cx="0" cy="0"/>
          <a:chOff x="0" y="0"/>
          <a:chExt cx="0" cy="0"/>
        </a:xfrm>
      </p:grpSpPr>
      <p:sp>
        <p:nvSpPr>
          <p:cNvPr id="94" name="Google Shape;94;p35"/>
          <p:cNvSpPr/>
          <p:nvPr/>
        </p:nvSpPr>
        <p:spPr>
          <a:xfrm rot="1800000">
            <a:off x="4831613" y="1217908"/>
            <a:ext cx="2130936" cy="4258099"/>
          </a:xfrm>
          <a:prstGeom prst="roundRect">
            <a:avLst>
              <a:gd name="adj" fmla="val 50000"/>
            </a:avLst>
          </a:prstGeom>
          <a:solidFill>
            <a:schemeClr val="accent1"/>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95" name="Google Shape;95;p35"/>
          <p:cNvSpPr/>
          <p:nvPr/>
        </p:nvSpPr>
        <p:spPr>
          <a:xfrm rot="900000">
            <a:off x="7133204" y="1101713"/>
            <a:ext cx="2130934" cy="4258097"/>
          </a:xfrm>
          <a:prstGeom prst="roundRect">
            <a:avLst>
              <a:gd name="adj" fmla="val 50000"/>
            </a:avLst>
          </a:prstGeom>
          <a:solidFill>
            <a:schemeClr val="accent2"/>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96" name="Google Shape;96;p35"/>
          <p:cNvSpPr txBox="1">
            <a:spLocks noGrp="1"/>
          </p:cNvSpPr>
          <p:nvPr>
            <p:ph type="title"/>
          </p:nvPr>
        </p:nvSpPr>
        <p:spPr>
          <a:xfrm>
            <a:off x="690880" y="647272"/>
            <a:ext cx="4955541" cy="2089795"/>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97" name="Google Shape;97;p35" descr="Mivada_Logo_White_RGB_L.png"/>
          <p:cNvPicPr preferRelativeResize="0"/>
          <p:nvPr/>
        </p:nvPicPr>
        <p:blipFill rotWithShape="1">
          <a:blip r:embed="rId2">
            <a:alphaModFix/>
          </a:blip>
          <a:srcRect/>
          <a:stretch/>
        </p:blipFill>
        <p:spPr>
          <a:xfrm>
            <a:off x="8827692" y="5950194"/>
            <a:ext cx="2624094" cy="398068"/>
          </a:xfrm>
          <a:prstGeom prst="rect">
            <a:avLst/>
          </a:prstGeom>
          <a:noFill/>
          <a:ln>
            <a:noFill/>
          </a:ln>
        </p:spPr>
      </p:pic>
      <p:pic>
        <p:nvPicPr>
          <p:cNvPr id="98" name="Google Shape;98;p35" descr="photo-1538448728514-b19826b97c9c.jpeg"/>
          <p:cNvPicPr preferRelativeResize="0"/>
          <p:nvPr/>
        </p:nvPicPr>
        <p:blipFill rotWithShape="1">
          <a:blip r:embed="rId3">
            <a:alphaModFix/>
            <a:extLst>
              <a:ext uri="{28A0092B-C50C-407E-A947-70E740481C1C}">
                <a14:useLocalDpi xmlns:a14="http://schemas.microsoft.com/office/drawing/2010/main"/>
              </a:ext>
            </a:extLst>
          </a:blip>
          <a:srcRect/>
          <a:stretch/>
        </p:blipFill>
        <p:spPr>
          <a:xfrm>
            <a:off x="9349702" y="1057901"/>
            <a:ext cx="2128839" cy="4254104"/>
          </a:xfrm>
          <a:custGeom>
            <a:avLst/>
            <a:gdLst/>
            <a:ahLst/>
            <a:cxnLst/>
            <a:rect l="l" t="t" r="r" b="b"/>
            <a:pathLst>
              <a:path w="21594" h="21600" extrusionOk="0">
                <a:moveTo>
                  <a:pt x="10797" y="0"/>
                </a:moveTo>
                <a:cubicBezTo>
                  <a:pt x="9537" y="0"/>
                  <a:pt x="8285" y="110"/>
                  <a:pt x="7101" y="326"/>
                </a:cubicBezTo>
                <a:cubicBezTo>
                  <a:pt x="4103" y="872"/>
                  <a:pt x="1740" y="2055"/>
                  <a:pt x="648" y="3557"/>
                </a:cubicBezTo>
                <a:cubicBezTo>
                  <a:pt x="-3" y="4498"/>
                  <a:pt x="0" y="5909"/>
                  <a:pt x="0" y="8262"/>
                </a:cubicBezTo>
                <a:lnTo>
                  <a:pt x="0" y="13338"/>
                </a:lnTo>
                <a:cubicBezTo>
                  <a:pt x="0" y="15691"/>
                  <a:pt x="-3" y="17102"/>
                  <a:pt x="648" y="18043"/>
                </a:cubicBezTo>
                <a:cubicBezTo>
                  <a:pt x="1740" y="19544"/>
                  <a:pt x="4103" y="20730"/>
                  <a:pt x="7101" y="21276"/>
                </a:cubicBezTo>
                <a:cubicBezTo>
                  <a:pt x="8285" y="21492"/>
                  <a:pt x="9537" y="21600"/>
                  <a:pt x="10797" y="21600"/>
                </a:cubicBezTo>
                <a:cubicBezTo>
                  <a:pt x="12057" y="21600"/>
                  <a:pt x="13309" y="21492"/>
                  <a:pt x="14493" y="21276"/>
                </a:cubicBezTo>
                <a:cubicBezTo>
                  <a:pt x="17491" y="20730"/>
                  <a:pt x="19854" y="19544"/>
                  <a:pt x="20946" y="18043"/>
                </a:cubicBezTo>
                <a:cubicBezTo>
                  <a:pt x="21597" y="17102"/>
                  <a:pt x="21594" y="15691"/>
                  <a:pt x="21594" y="13338"/>
                </a:cubicBezTo>
                <a:lnTo>
                  <a:pt x="21594" y="8262"/>
                </a:lnTo>
                <a:cubicBezTo>
                  <a:pt x="21594" y="5909"/>
                  <a:pt x="21597" y="4498"/>
                  <a:pt x="20946" y="3557"/>
                </a:cubicBezTo>
                <a:cubicBezTo>
                  <a:pt x="19854" y="2055"/>
                  <a:pt x="17491" y="872"/>
                  <a:pt x="14493" y="326"/>
                </a:cubicBezTo>
                <a:cubicBezTo>
                  <a:pt x="13309" y="110"/>
                  <a:pt x="12057" y="0"/>
                  <a:pt x="10797" y="0"/>
                </a:cubicBezTo>
                <a:close/>
              </a:path>
            </a:pathLst>
          </a:custGeom>
          <a:noFill/>
          <a:ln>
            <a:noFill/>
          </a:ln>
        </p:spPr>
      </p:pic>
      <p:sp>
        <p:nvSpPr>
          <p:cNvPr id="99" name="Google Shape;99;p35"/>
          <p:cNvSpPr>
            <a:spLocks noGrp="1"/>
          </p:cNvSpPr>
          <p:nvPr>
            <p:ph type="pic" idx="2"/>
          </p:nvPr>
        </p:nvSpPr>
        <p:spPr>
          <a:xfrm>
            <a:off x="9351902" y="1053349"/>
            <a:ext cx="2130705" cy="4263385"/>
          </a:xfrm>
          <a:prstGeom prst="rect">
            <a:avLst/>
          </a:prstGeom>
          <a:noFill/>
          <a:ln>
            <a:noFill/>
          </a:ln>
        </p:spPr>
      </p:sp>
      <p:sp>
        <p:nvSpPr>
          <p:cNvPr id="100" name="Google Shape;100;p35"/>
          <p:cNvSpPr txBox="1">
            <a:spLocks noGrp="1"/>
          </p:cNvSpPr>
          <p:nvPr>
            <p:ph type="body" idx="1"/>
          </p:nvPr>
        </p:nvSpPr>
        <p:spPr>
          <a:xfrm>
            <a:off x="690880" y="2829142"/>
            <a:ext cx="4955541" cy="1291793"/>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800"/>
              <a:buFont typeface="Calibri"/>
              <a:buNone/>
              <a:defRPr sz="1800">
                <a:solidFill>
                  <a:srgbClr val="FFFFFF"/>
                </a:solidFill>
              </a:defRPr>
            </a:lvl1pPr>
            <a:lvl2pPr marL="914400" lvl="1" indent="-228600" algn="l">
              <a:lnSpc>
                <a:spcPct val="90000"/>
              </a:lnSpc>
              <a:spcBef>
                <a:spcPts val="1000"/>
              </a:spcBef>
              <a:spcAft>
                <a:spcPts val="0"/>
              </a:spcAft>
              <a:buClr>
                <a:srgbClr val="FFFFFF"/>
              </a:buClr>
              <a:buSzPts val="1800"/>
              <a:buFont typeface="Calibri"/>
              <a:buNone/>
              <a:defRPr sz="1800">
                <a:solidFill>
                  <a:srgbClr val="FFFFFF"/>
                </a:solidFill>
              </a:defRPr>
            </a:lvl2pPr>
            <a:lvl3pPr marL="1371600" lvl="2" indent="-228600" algn="l">
              <a:lnSpc>
                <a:spcPct val="90000"/>
              </a:lnSpc>
              <a:spcBef>
                <a:spcPts val="1000"/>
              </a:spcBef>
              <a:spcAft>
                <a:spcPts val="0"/>
              </a:spcAft>
              <a:buClr>
                <a:srgbClr val="FFFFFF"/>
              </a:buClr>
              <a:buSzPts val="1800"/>
              <a:buFont typeface="Calibri"/>
              <a:buNone/>
              <a:defRPr sz="1800">
                <a:solidFill>
                  <a:srgbClr val="FFFFFF"/>
                </a:solidFill>
              </a:defRPr>
            </a:lvl3pPr>
            <a:lvl4pPr marL="1828800" lvl="3" indent="-228600" algn="l">
              <a:lnSpc>
                <a:spcPct val="90000"/>
              </a:lnSpc>
              <a:spcBef>
                <a:spcPts val="1000"/>
              </a:spcBef>
              <a:spcAft>
                <a:spcPts val="0"/>
              </a:spcAft>
              <a:buClr>
                <a:srgbClr val="FFFFFF"/>
              </a:buClr>
              <a:buSzPts val="1800"/>
              <a:buFont typeface="Calibri"/>
              <a:buNone/>
              <a:defRPr sz="1800">
                <a:solidFill>
                  <a:srgbClr val="FFFFFF"/>
                </a:solidFill>
              </a:defRPr>
            </a:lvl4pPr>
            <a:lvl5pPr marL="2286000" lvl="4" indent="-228600" algn="l">
              <a:lnSpc>
                <a:spcPct val="90000"/>
              </a:lnSpc>
              <a:spcBef>
                <a:spcPts val="1000"/>
              </a:spcBef>
              <a:spcAft>
                <a:spcPts val="0"/>
              </a:spcAft>
              <a:buClr>
                <a:srgbClr val="FFFFFF"/>
              </a:buClr>
              <a:buSzPts val="1800"/>
              <a:buFont typeface="Calibri"/>
              <a:buNone/>
              <a:defRPr sz="18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01" name="Google Shape;101;p35"/>
          <p:cNvSpPr txBox="1">
            <a:spLocks noGrp="1"/>
          </p:cNvSpPr>
          <p:nvPr>
            <p:ph type="body" idx="3"/>
          </p:nvPr>
        </p:nvSpPr>
        <p:spPr>
          <a:xfrm>
            <a:off x="690562" y="5044931"/>
            <a:ext cx="3898531" cy="135096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FFFFFF"/>
              </a:buClr>
              <a:buSzPts val="1600"/>
              <a:buFont typeface="Calibri"/>
              <a:buNone/>
              <a:defRPr sz="1600">
                <a:solidFill>
                  <a:srgbClr val="FFFFFF"/>
                </a:solidFill>
              </a:defRPr>
            </a:lvl1pPr>
            <a:lvl2pPr marL="914400" lvl="1" indent="-342900" algn="l">
              <a:lnSpc>
                <a:spcPct val="90000"/>
              </a:lnSpc>
              <a:spcBef>
                <a:spcPts val="1000"/>
              </a:spcBef>
              <a:spcAft>
                <a:spcPts val="0"/>
              </a:spcAft>
              <a:buClr>
                <a:srgbClr val="071620"/>
              </a:buClr>
              <a:buSzPts val="1800"/>
              <a:buChar char="•"/>
              <a:defRPr/>
            </a:lvl2pPr>
            <a:lvl3pPr marL="1371600" lvl="2" indent="-342900" algn="l">
              <a:lnSpc>
                <a:spcPct val="90000"/>
              </a:lnSpc>
              <a:spcBef>
                <a:spcPts val="1000"/>
              </a:spcBef>
              <a:spcAft>
                <a:spcPts val="0"/>
              </a:spcAft>
              <a:buClr>
                <a:srgbClr val="071620"/>
              </a:buClr>
              <a:buSzPts val="1800"/>
              <a:buChar char="•"/>
              <a:defRPr/>
            </a:lvl3pPr>
            <a:lvl4pPr marL="1828800" lvl="3" indent="-342900" algn="l">
              <a:lnSpc>
                <a:spcPct val="90000"/>
              </a:lnSpc>
              <a:spcBef>
                <a:spcPts val="1000"/>
              </a:spcBef>
              <a:spcAft>
                <a:spcPts val="0"/>
              </a:spcAft>
              <a:buClr>
                <a:srgbClr val="071620"/>
              </a:buClr>
              <a:buSzPts val="1800"/>
              <a:buChar char="•"/>
              <a:defRPr/>
            </a:lvl4pPr>
            <a:lvl5pPr marL="2286000" lvl="4" indent="-342900" algn="l">
              <a:lnSpc>
                <a:spcPct val="90000"/>
              </a:lnSpc>
              <a:spcBef>
                <a:spcPts val="1000"/>
              </a:spcBef>
              <a:spcAft>
                <a:spcPts val="0"/>
              </a:spcAft>
              <a:buClr>
                <a:srgbClr val="071620"/>
              </a:buClr>
              <a:buSzPts val="1800"/>
              <a:buChar char="•"/>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02" name="Google Shape;102;p35"/>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 with Image">
  <p:cSld name="Section Divider with Image">
    <p:spTree>
      <p:nvGrpSpPr>
        <p:cNvPr id="1" name="Shape 103"/>
        <p:cNvGrpSpPr/>
        <p:nvPr/>
      </p:nvGrpSpPr>
      <p:grpSpPr>
        <a:xfrm>
          <a:off x="0" y="0"/>
          <a:ext cx="0" cy="0"/>
          <a:chOff x="0" y="0"/>
          <a:chExt cx="0" cy="0"/>
        </a:xfrm>
      </p:grpSpPr>
      <p:sp>
        <p:nvSpPr>
          <p:cNvPr id="104" name="Google Shape;104;p36"/>
          <p:cNvSpPr>
            <a:spLocks noGrp="1"/>
          </p:cNvSpPr>
          <p:nvPr>
            <p:ph type="pic" idx="2"/>
          </p:nvPr>
        </p:nvSpPr>
        <p:spPr>
          <a:xfrm>
            <a:off x="4790431" y="-1"/>
            <a:ext cx="7401570" cy="6858001"/>
          </a:xfrm>
          <a:prstGeom prst="rect">
            <a:avLst/>
          </a:prstGeom>
          <a:noFill/>
          <a:ln>
            <a:noFill/>
          </a:ln>
        </p:spPr>
      </p:sp>
      <p:sp>
        <p:nvSpPr>
          <p:cNvPr id="105" name="Google Shape;105;p36"/>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06" name="Google Shape;106;p36"/>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107" name="Google Shape;107;p36" descr="Picture 1"/>
          <p:cNvPicPr preferRelativeResize="0"/>
          <p:nvPr/>
        </p:nvPicPr>
        <p:blipFill rotWithShape="1">
          <a:blip r:embed="rId2">
            <a:alphaModFix/>
          </a:blip>
          <a:srcRect/>
          <a:stretch/>
        </p:blipFill>
        <p:spPr>
          <a:xfrm>
            <a:off x="11149723" y="262145"/>
            <a:ext cx="578428" cy="500017"/>
          </a:xfrm>
          <a:prstGeom prst="rect">
            <a:avLst/>
          </a:prstGeom>
          <a:noFill/>
          <a:ln>
            <a:noFill/>
          </a:ln>
        </p:spPr>
      </p:pic>
      <p:sp>
        <p:nvSpPr>
          <p:cNvPr id="108" name="Google Shape;108;p36"/>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09" name="Google Shape;109;p36"/>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Section Divider with Image">
  <p:cSld name="7_Section Divider with Image">
    <p:spTree>
      <p:nvGrpSpPr>
        <p:cNvPr id="1" name="Shape 110"/>
        <p:cNvGrpSpPr/>
        <p:nvPr/>
      </p:nvGrpSpPr>
      <p:grpSpPr>
        <a:xfrm>
          <a:off x="0" y="0"/>
          <a:ext cx="0" cy="0"/>
          <a:chOff x="0" y="0"/>
          <a:chExt cx="0" cy="0"/>
        </a:xfrm>
      </p:grpSpPr>
      <p:sp>
        <p:nvSpPr>
          <p:cNvPr id="111" name="Google Shape;111;p37"/>
          <p:cNvSpPr/>
          <p:nvPr/>
        </p:nvSpPr>
        <p:spPr>
          <a:xfrm rot="1500000">
            <a:off x="8012179" y="123003"/>
            <a:ext cx="3452607" cy="6899104"/>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12" name="Google Shape;112;p37"/>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13" name="Google Shape;113;p37"/>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14" name="Google Shape;114;p37"/>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15" name="Google Shape;115;p37"/>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6" name="Google Shape;116;p37" descr="Picture 3"/>
          <p:cNvPicPr preferRelativeResize="0"/>
          <p:nvPr/>
        </p:nvPicPr>
        <p:blipFill rotWithShape="1">
          <a:blip r:embed="rId2">
            <a:alphaModFix/>
          </a:blip>
          <a:srcRect/>
          <a:stretch/>
        </p:blipFill>
        <p:spPr>
          <a:xfrm>
            <a:off x="11149723" y="362813"/>
            <a:ext cx="578428" cy="50001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Section Divider with Image">
  <p:cSld name="2_Section Divider with Image">
    <p:spTree>
      <p:nvGrpSpPr>
        <p:cNvPr id="1" name="Shape 117"/>
        <p:cNvGrpSpPr/>
        <p:nvPr/>
      </p:nvGrpSpPr>
      <p:grpSpPr>
        <a:xfrm>
          <a:off x="0" y="0"/>
          <a:ext cx="0" cy="0"/>
          <a:chOff x="0" y="0"/>
          <a:chExt cx="0" cy="0"/>
        </a:xfrm>
      </p:grpSpPr>
      <p:sp>
        <p:nvSpPr>
          <p:cNvPr id="118" name="Google Shape;118;p38"/>
          <p:cNvSpPr/>
          <p:nvPr/>
        </p:nvSpPr>
        <p:spPr>
          <a:xfrm rot="5400000">
            <a:off x="3946621" y="2354197"/>
            <a:ext cx="3004309" cy="6003302"/>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19" name="Google Shape;119;p38"/>
          <p:cNvSpPr/>
          <p:nvPr/>
        </p:nvSpPr>
        <p:spPr>
          <a:xfrm rot="-900000">
            <a:off x="7230329" y="197903"/>
            <a:ext cx="3367359" cy="6728760"/>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20" name="Google Shape;120;p38"/>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21" name="Google Shape;121;p38"/>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22" name="Google Shape;122;p38"/>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23" name="Google Shape;123;p38"/>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24" name="Google Shape;124;p38" descr="Picture 3"/>
          <p:cNvPicPr preferRelativeResize="0"/>
          <p:nvPr/>
        </p:nvPicPr>
        <p:blipFill rotWithShape="1">
          <a:blip r:embed="rId2">
            <a:alphaModFix/>
          </a:blip>
          <a:srcRect/>
          <a:stretch/>
        </p:blipFill>
        <p:spPr>
          <a:xfrm>
            <a:off x="11149723" y="362813"/>
            <a:ext cx="578428" cy="50001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_Section Divider with Image">
  <p:cSld name="6_Section Divider with Image">
    <p:spTree>
      <p:nvGrpSpPr>
        <p:cNvPr id="1" name="Shape 125"/>
        <p:cNvGrpSpPr/>
        <p:nvPr/>
      </p:nvGrpSpPr>
      <p:grpSpPr>
        <a:xfrm>
          <a:off x="0" y="0"/>
          <a:ext cx="0" cy="0"/>
          <a:chOff x="0" y="0"/>
          <a:chExt cx="0" cy="0"/>
        </a:xfrm>
      </p:grpSpPr>
      <p:sp>
        <p:nvSpPr>
          <p:cNvPr id="126" name="Google Shape;126;p39"/>
          <p:cNvSpPr/>
          <p:nvPr/>
        </p:nvSpPr>
        <p:spPr>
          <a:xfrm rot="-600000">
            <a:off x="6403116" y="1401849"/>
            <a:ext cx="2748183" cy="5491504"/>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27" name="Google Shape;127;p39"/>
          <p:cNvSpPr/>
          <p:nvPr/>
        </p:nvSpPr>
        <p:spPr>
          <a:xfrm rot="1440000">
            <a:off x="3539132" y="913401"/>
            <a:ext cx="3050188" cy="6094979"/>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28" name="Google Shape;128;p39"/>
          <p:cNvSpPr/>
          <p:nvPr/>
        </p:nvSpPr>
        <p:spPr>
          <a:xfrm rot="-1851059">
            <a:off x="8902930" y="1830202"/>
            <a:ext cx="2613674" cy="5222722"/>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29" name="Google Shape;129;p39"/>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30" name="Google Shape;130;p39"/>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31" name="Google Shape;131;p39"/>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32" name="Google Shape;132;p39"/>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3" name="Google Shape;133;p39" descr="Picture 3"/>
          <p:cNvPicPr preferRelativeResize="0"/>
          <p:nvPr/>
        </p:nvPicPr>
        <p:blipFill rotWithShape="1">
          <a:blip r:embed="rId2">
            <a:alphaModFix/>
          </a:blip>
          <a:srcRect/>
          <a:stretch/>
        </p:blipFill>
        <p:spPr>
          <a:xfrm>
            <a:off x="11149723" y="362813"/>
            <a:ext cx="578428" cy="50001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Section Divider with Image">
  <p:cSld name="5_Section Divider with Image">
    <p:spTree>
      <p:nvGrpSpPr>
        <p:cNvPr id="1" name="Shape 134"/>
        <p:cNvGrpSpPr/>
        <p:nvPr/>
      </p:nvGrpSpPr>
      <p:grpSpPr>
        <a:xfrm>
          <a:off x="0" y="0"/>
          <a:ext cx="0" cy="0"/>
          <a:chOff x="0" y="0"/>
          <a:chExt cx="0" cy="0"/>
        </a:xfrm>
      </p:grpSpPr>
      <p:sp>
        <p:nvSpPr>
          <p:cNvPr id="135" name="Google Shape;135;p40"/>
          <p:cNvSpPr/>
          <p:nvPr/>
        </p:nvSpPr>
        <p:spPr>
          <a:xfrm rot="2633855">
            <a:off x="-111497" y="2452831"/>
            <a:ext cx="2376969" cy="4749733"/>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36" name="Google Shape;136;p40"/>
          <p:cNvSpPr/>
          <p:nvPr/>
        </p:nvSpPr>
        <p:spPr>
          <a:xfrm rot="1806914">
            <a:off x="2655747" y="1951110"/>
            <a:ext cx="2546668" cy="5088830"/>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37" name="Google Shape;137;p40"/>
          <p:cNvSpPr/>
          <p:nvPr/>
        </p:nvSpPr>
        <p:spPr>
          <a:xfrm rot="889585">
            <a:off x="5015619" y="1157693"/>
            <a:ext cx="2886239" cy="5767372"/>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38" name="Google Shape;138;p40"/>
          <p:cNvSpPr/>
          <p:nvPr/>
        </p:nvSpPr>
        <p:spPr>
          <a:xfrm rot="-1070687">
            <a:off x="7779838" y="1883190"/>
            <a:ext cx="2546667" cy="5088829"/>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39" name="Google Shape;139;p40"/>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40" name="Google Shape;140;p40"/>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41" name="Google Shape;141;p40"/>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42" name="Google Shape;142;p40"/>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3" name="Google Shape;143;p40" descr="Picture 3"/>
          <p:cNvPicPr preferRelativeResize="0"/>
          <p:nvPr/>
        </p:nvPicPr>
        <p:blipFill rotWithShape="1">
          <a:blip r:embed="rId2">
            <a:alphaModFix/>
          </a:blip>
          <a:srcRect/>
          <a:stretch/>
        </p:blipFill>
        <p:spPr>
          <a:xfrm>
            <a:off x="11149723" y="362813"/>
            <a:ext cx="578428" cy="500017"/>
          </a:xfrm>
          <a:prstGeom prst="rect">
            <a:avLst/>
          </a:prstGeom>
          <a:noFill/>
          <a:ln>
            <a:noFill/>
          </a:ln>
        </p:spPr>
      </p:pic>
      <p:sp>
        <p:nvSpPr>
          <p:cNvPr id="144" name="Google Shape;144;p40"/>
          <p:cNvSpPr/>
          <p:nvPr/>
        </p:nvSpPr>
        <p:spPr>
          <a:xfrm rot="-1996454">
            <a:off x="10073138" y="2486399"/>
            <a:ext cx="2312570" cy="4621050"/>
          </a:xfrm>
          <a:prstGeom prst="roundRect">
            <a:avLst>
              <a:gd name="adj" fmla="val 50000"/>
            </a:avLst>
          </a:prstGeom>
          <a:solidFill>
            <a:srgbClr val="D00000">
              <a:alpha val="49411"/>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Divider Purple">
  <p:cSld name="Section Divider Purple">
    <p:bg>
      <p:bgPr>
        <a:solidFill>
          <a:schemeClr val="accent2"/>
        </a:solidFill>
        <a:effectLst/>
      </p:bgPr>
    </p:bg>
    <p:spTree>
      <p:nvGrpSpPr>
        <p:cNvPr id="1" name="Shape 145"/>
        <p:cNvGrpSpPr/>
        <p:nvPr/>
      </p:nvGrpSpPr>
      <p:grpSpPr>
        <a:xfrm>
          <a:off x="0" y="0"/>
          <a:ext cx="0" cy="0"/>
          <a:chOff x="0" y="0"/>
          <a:chExt cx="0" cy="0"/>
        </a:xfrm>
      </p:grpSpPr>
      <p:sp>
        <p:nvSpPr>
          <p:cNvPr id="146" name="Google Shape;146;p41"/>
          <p:cNvSpPr/>
          <p:nvPr/>
        </p:nvSpPr>
        <p:spPr>
          <a:xfrm rot="1686859">
            <a:off x="8446513" y="982718"/>
            <a:ext cx="3038157" cy="6070938"/>
          </a:xfrm>
          <a:prstGeom prst="roundRect">
            <a:avLst>
              <a:gd name="adj" fmla="val 50000"/>
            </a:avLst>
          </a:pr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47" name="Google Shape;147;p41"/>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48" name="Google Shape;148;p41"/>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149" name="Google Shape;149;p41" descr="Picture 13"/>
          <p:cNvPicPr preferRelativeResize="0"/>
          <p:nvPr/>
        </p:nvPicPr>
        <p:blipFill rotWithShape="1">
          <a:blip r:embed="rId2">
            <a:alphaModFix/>
          </a:blip>
          <a:srcRect/>
          <a:stretch/>
        </p:blipFill>
        <p:spPr>
          <a:xfrm>
            <a:off x="11149723" y="262145"/>
            <a:ext cx="578428" cy="500017"/>
          </a:xfrm>
          <a:prstGeom prst="rect">
            <a:avLst/>
          </a:prstGeom>
          <a:noFill/>
          <a:ln>
            <a:noFill/>
          </a:ln>
        </p:spPr>
      </p:pic>
      <p:sp>
        <p:nvSpPr>
          <p:cNvPr id="150" name="Google Shape;150;p41"/>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51" name="Google Shape;151;p41"/>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Section Divider Purple">
  <p:cSld name="1_Section Divider Purple">
    <p:bg>
      <p:bgPr>
        <a:solidFill>
          <a:srgbClr val="E8B321"/>
        </a:solidFill>
        <a:effectLst/>
      </p:bgPr>
    </p:bg>
    <p:spTree>
      <p:nvGrpSpPr>
        <p:cNvPr id="1" name="Shape 152"/>
        <p:cNvGrpSpPr/>
        <p:nvPr/>
      </p:nvGrpSpPr>
      <p:grpSpPr>
        <a:xfrm>
          <a:off x="0" y="0"/>
          <a:ext cx="0" cy="0"/>
          <a:chOff x="0" y="0"/>
          <a:chExt cx="0" cy="0"/>
        </a:xfrm>
      </p:grpSpPr>
      <p:sp>
        <p:nvSpPr>
          <p:cNvPr id="153" name="Google Shape;153;p42"/>
          <p:cNvSpPr/>
          <p:nvPr/>
        </p:nvSpPr>
        <p:spPr>
          <a:xfrm rot="5400000">
            <a:off x="5217336" y="1682362"/>
            <a:ext cx="3458752" cy="6911382"/>
          </a:xfrm>
          <a:prstGeom prst="roundRect">
            <a:avLst>
              <a:gd name="adj" fmla="val 50000"/>
            </a:avLst>
          </a:prstGeom>
          <a:solidFill>
            <a:srgbClr val="FFE45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54" name="Google Shape;154;p42"/>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55" name="Google Shape;155;p42"/>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156" name="Google Shape;156;p42" descr="Picture 13"/>
          <p:cNvPicPr preferRelativeResize="0"/>
          <p:nvPr/>
        </p:nvPicPr>
        <p:blipFill rotWithShape="1">
          <a:blip r:embed="rId2">
            <a:alphaModFix/>
          </a:blip>
          <a:srcRect/>
          <a:stretch/>
        </p:blipFill>
        <p:spPr>
          <a:xfrm>
            <a:off x="11149723" y="262145"/>
            <a:ext cx="578428" cy="500017"/>
          </a:xfrm>
          <a:prstGeom prst="rect">
            <a:avLst/>
          </a:prstGeom>
          <a:noFill/>
          <a:ln>
            <a:noFill/>
          </a:ln>
        </p:spPr>
      </p:pic>
      <p:sp>
        <p:nvSpPr>
          <p:cNvPr id="157" name="Google Shape;157;p42"/>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58" name="Google Shape;158;p42"/>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Section Divider Purple">
  <p:cSld name="2_Section Divider Purple">
    <p:bg>
      <p:bgPr>
        <a:solidFill>
          <a:srgbClr val="B32518"/>
        </a:solidFill>
        <a:effectLst/>
      </p:bgPr>
    </p:bg>
    <p:spTree>
      <p:nvGrpSpPr>
        <p:cNvPr id="1" name="Shape 159"/>
        <p:cNvGrpSpPr/>
        <p:nvPr/>
      </p:nvGrpSpPr>
      <p:grpSpPr>
        <a:xfrm>
          <a:off x="0" y="0"/>
          <a:ext cx="0" cy="0"/>
          <a:chOff x="0" y="0"/>
          <a:chExt cx="0" cy="0"/>
        </a:xfrm>
      </p:grpSpPr>
      <p:grpSp>
        <p:nvGrpSpPr>
          <p:cNvPr id="160" name="Google Shape;160;p43"/>
          <p:cNvGrpSpPr/>
          <p:nvPr/>
        </p:nvGrpSpPr>
        <p:grpSpPr>
          <a:xfrm>
            <a:off x="4850732" y="1117647"/>
            <a:ext cx="6298993" cy="6069720"/>
            <a:chOff x="0" y="-1"/>
            <a:chExt cx="6298992" cy="6069718"/>
          </a:xfrm>
        </p:grpSpPr>
        <p:sp>
          <p:nvSpPr>
            <p:cNvPr id="161" name="Google Shape;161;p43"/>
            <p:cNvSpPr/>
            <p:nvPr/>
          </p:nvSpPr>
          <p:spPr>
            <a:xfrm rot="900000">
              <a:off x="669796" y="264436"/>
              <a:ext cx="2772875" cy="5540845"/>
            </a:xfrm>
            <a:prstGeom prst="roundRect">
              <a:avLst>
                <a:gd name="adj" fmla="val 50000"/>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62" name="Google Shape;162;p43"/>
            <p:cNvSpPr/>
            <p:nvPr/>
          </p:nvSpPr>
          <p:spPr>
            <a:xfrm>
              <a:off x="3526116" y="213209"/>
              <a:ext cx="2772876" cy="5540844"/>
            </a:xfrm>
            <a:prstGeom prst="roundRect">
              <a:avLst>
                <a:gd name="adj" fmla="val 50000"/>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grpSp>
      <p:sp>
        <p:nvSpPr>
          <p:cNvPr id="163" name="Google Shape;163;p43"/>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64" name="Google Shape;164;p43"/>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165" name="Google Shape;165;p43" descr="Picture 14"/>
          <p:cNvPicPr preferRelativeResize="0"/>
          <p:nvPr/>
        </p:nvPicPr>
        <p:blipFill rotWithShape="1">
          <a:blip r:embed="rId2">
            <a:alphaModFix/>
          </a:blip>
          <a:srcRect/>
          <a:stretch/>
        </p:blipFill>
        <p:spPr>
          <a:xfrm>
            <a:off x="11149723" y="262145"/>
            <a:ext cx="578428" cy="500017"/>
          </a:xfrm>
          <a:prstGeom prst="rect">
            <a:avLst/>
          </a:prstGeom>
          <a:noFill/>
          <a:ln>
            <a:noFill/>
          </a:ln>
        </p:spPr>
      </p:pic>
      <p:sp>
        <p:nvSpPr>
          <p:cNvPr id="166" name="Google Shape;166;p43"/>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67" name="Google Shape;167;p43"/>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Section Divider Purple">
  <p:cSld name="3_Section Divider Purple">
    <p:bg>
      <p:bgPr>
        <a:solidFill>
          <a:srgbClr val="35553D"/>
        </a:solidFill>
        <a:effectLst/>
      </p:bgPr>
    </p:bg>
    <p:spTree>
      <p:nvGrpSpPr>
        <p:cNvPr id="1" name="Shape 168"/>
        <p:cNvGrpSpPr/>
        <p:nvPr/>
      </p:nvGrpSpPr>
      <p:grpSpPr>
        <a:xfrm>
          <a:off x="0" y="0"/>
          <a:ext cx="0" cy="0"/>
          <a:chOff x="0" y="0"/>
          <a:chExt cx="0" cy="0"/>
        </a:xfrm>
      </p:grpSpPr>
      <p:grpSp>
        <p:nvGrpSpPr>
          <p:cNvPr id="169" name="Google Shape;169;p44"/>
          <p:cNvGrpSpPr/>
          <p:nvPr/>
        </p:nvGrpSpPr>
        <p:grpSpPr>
          <a:xfrm>
            <a:off x="2422796" y="885310"/>
            <a:ext cx="8959190" cy="6312641"/>
            <a:chOff x="-1" y="-1"/>
            <a:chExt cx="8959189" cy="6312640"/>
          </a:xfrm>
        </p:grpSpPr>
        <p:sp>
          <p:nvSpPr>
            <p:cNvPr id="170" name="Google Shape;170;p44"/>
            <p:cNvSpPr/>
            <p:nvPr/>
          </p:nvSpPr>
          <p:spPr>
            <a:xfrm rot="-900000">
              <a:off x="5378735" y="275019"/>
              <a:ext cx="2883851" cy="5762600"/>
            </a:xfrm>
            <a:prstGeom prst="roundRect">
              <a:avLst>
                <a:gd name="adj" fmla="val 50000"/>
              </a:avLst>
            </a:prstGeom>
            <a:solidFill>
              <a:srgbClr val="96DD4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71" name="Google Shape;171;p44"/>
            <p:cNvSpPr/>
            <p:nvPr/>
          </p:nvSpPr>
          <p:spPr>
            <a:xfrm rot="5400000">
              <a:off x="1439374" y="1661116"/>
              <a:ext cx="2883852" cy="5762601"/>
            </a:xfrm>
            <a:prstGeom prst="roundRect">
              <a:avLst>
                <a:gd name="adj" fmla="val 50000"/>
              </a:avLst>
            </a:prstGeom>
            <a:solidFill>
              <a:srgbClr val="96DD4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grpSp>
      <p:sp>
        <p:nvSpPr>
          <p:cNvPr id="172" name="Google Shape;172;p44"/>
          <p:cNvSpPr txBox="1">
            <a:spLocks noGrp="1"/>
          </p:cNvSpPr>
          <p:nvPr>
            <p:ph type="body" idx="1"/>
          </p:nvPr>
        </p:nvSpPr>
        <p:spPr>
          <a:xfrm>
            <a:off x="502038" y="548278"/>
            <a:ext cx="4955542" cy="35584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l">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l">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l">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l">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73" name="Google Shape;173;p44"/>
          <p:cNvSpPr txBox="1">
            <a:spLocks noGrp="1"/>
          </p:cNvSpPr>
          <p:nvPr>
            <p:ph type="title"/>
          </p:nvPr>
        </p:nvSpPr>
        <p:spPr>
          <a:xfrm>
            <a:off x="502038" y="904126"/>
            <a:ext cx="4955542" cy="1832942"/>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pic>
        <p:nvPicPr>
          <p:cNvPr id="174" name="Google Shape;174;p44" descr="Picture 16"/>
          <p:cNvPicPr preferRelativeResize="0"/>
          <p:nvPr/>
        </p:nvPicPr>
        <p:blipFill rotWithShape="1">
          <a:blip r:embed="rId2">
            <a:alphaModFix/>
          </a:blip>
          <a:srcRect/>
          <a:stretch/>
        </p:blipFill>
        <p:spPr>
          <a:xfrm>
            <a:off x="11149723" y="262145"/>
            <a:ext cx="578428" cy="500017"/>
          </a:xfrm>
          <a:prstGeom prst="rect">
            <a:avLst/>
          </a:prstGeom>
          <a:noFill/>
          <a:ln>
            <a:noFill/>
          </a:ln>
        </p:spPr>
      </p:pic>
      <p:sp>
        <p:nvSpPr>
          <p:cNvPr id="175" name="Google Shape;175;p44"/>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FFFF"/>
              </a:buClr>
              <a:buSzPts val="900"/>
              <a:buFont typeface="Calibri"/>
              <a:buNone/>
            </a:pPr>
            <a:r>
              <a:rPr lang="en-US" sz="900" b="0" i="0" u="none" strike="noStrike" cap="none">
                <a:solidFill>
                  <a:srgbClr val="FFFFFF"/>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76" name="Google Shape;176;p44"/>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900"/>
              <a:buFont typeface="Calibri"/>
              <a:buNone/>
              <a:defRPr sz="9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on Colour">
  <p:cSld name="Quote on Colour">
    <p:spTree>
      <p:nvGrpSpPr>
        <p:cNvPr id="1" name="Shape 177"/>
        <p:cNvGrpSpPr/>
        <p:nvPr/>
      </p:nvGrpSpPr>
      <p:grpSpPr>
        <a:xfrm>
          <a:off x="0" y="0"/>
          <a:ext cx="0" cy="0"/>
          <a:chOff x="0" y="0"/>
          <a:chExt cx="0" cy="0"/>
        </a:xfrm>
      </p:grpSpPr>
      <p:sp>
        <p:nvSpPr>
          <p:cNvPr id="178" name="Google Shape;178;p45"/>
          <p:cNvSpPr/>
          <p:nvPr/>
        </p:nvSpPr>
        <p:spPr>
          <a:xfrm rot="-5400000">
            <a:off x="3490104" y="-1778181"/>
            <a:ext cx="5211792" cy="10414362"/>
          </a:xfrm>
          <a:prstGeom prst="roundRect">
            <a:avLst>
              <a:gd name="adj" fmla="val 50000"/>
            </a:avLst>
          </a:prstGeom>
          <a:solidFill>
            <a:srgbClr val="D41A1A">
              <a:alpha val="40000"/>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79" name="Google Shape;179;p45"/>
          <p:cNvSpPr txBox="1">
            <a:spLocks noGrp="1"/>
          </p:cNvSpPr>
          <p:nvPr>
            <p:ph type="body" idx="1"/>
          </p:nvPr>
        </p:nvSpPr>
        <p:spPr>
          <a:xfrm>
            <a:off x="3618229" y="5233401"/>
            <a:ext cx="4955541" cy="355848"/>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FFFFFF"/>
              </a:buClr>
              <a:buSzPts val="1400"/>
              <a:buFont typeface="Calibri"/>
              <a:buNone/>
              <a:defRPr sz="1400">
                <a:solidFill>
                  <a:srgbClr val="FFFFFF"/>
                </a:solidFill>
              </a:defRPr>
            </a:lvl1pPr>
            <a:lvl2pPr marL="914400" lvl="1" indent="-228600" algn="ctr">
              <a:lnSpc>
                <a:spcPct val="90000"/>
              </a:lnSpc>
              <a:spcBef>
                <a:spcPts val="1000"/>
              </a:spcBef>
              <a:spcAft>
                <a:spcPts val="0"/>
              </a:spcAft>
              <a:buClr>
                <a:srgbClr val="FFFFFF"/>
              </a:buClr>
              <a:buSzPts val="1400"/>
              <a:buFont typeface="Calibri"/>
              <a:buNone/>
              <a:defRPr sz="1400">
                <a:solidFill>
                  <a:srgbClr val="FFFFFF"/>
                </a:solidFill>
              </a:defRPr>
            </a:lvl2pPr>
            <a:lvl3pPr marL="1371600" lvl="2" indent="-228600" algn="ctr">
              <a:lnSpc>
                <a:spcPct val="90000"/>
              </a:lnSpc>
              <a:spcBef>
                <a:spcPts val="1000"/>
              </a:spcBef>
              <a:spcAft>
                <a:spcPts val="0"/>
              </a:spcAft>
              <a:buClr>
                <a:srgbClr val="FFFFFF"/>
              </a:buClr>
              <a:buSzPts val="1400"/>
              <a:buFont typeface="Calibri"/>
              <a:buNone/>
              <a:defRPr sz="1400">
                <a:solidFill>
                  <a:srgbClr val="FFFFFF"/>
                </a:solidFill>
              </a:defRPr>
            </a:lvl3pPr>
            <a:lvl4pPr marL="1828800" lvl="3" indent="-228600" algn="ctr">
              <a:lnSpc>
                <a:spcPct val="90000"/>
              </a:lnSpc>
              <a:spcBef>
                <a:spcPts val="1000"/>
              </a:spcBef>
              <a:spcAft>
                <a:spcPts val="0"/>
              </a:spcAft>
              <a:buClr>
                <a:srgbClr val="FFFFFF"/>
              </a:buClr>
              <a:buSzPts val="1400"/>
              <a:buFont typeface="Calibri"/>
              <a:buNone/>
              <a:defRPr sz="1400">
                <a:solidFill>
                  <a:srgbClr val="FFFFFF"/>
                </a:solidFill>
              </a:defRPr>
            </a:lvl4pPr>
            <a:lvl5pPr marL="2286000" lvl="4" indent="-228600" algn="ctr">
              <a:lnSpc>
                <a:spcPct val="90000"/>
              </a:lnSpc>
              <a:spcBef>
                <a:spcPts val="1000"/>
              </a:spcBef>
              <a:spcAft>
                <a:spcPts val="0"/>
              </a:spcAft>
              <a:buClr>
                <a:srgbClr val="FFFFFF"/>
              </a:buClr>
              <a:buSzPts val="1400"/>
              <a:buFont typeface="Calibri"/>
              <a:buNone/>
              <a:defRPr sz="1400">
                <a:solidFill>
                  <a:srgbClr val="FFFFFF"/>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180" name="Google Shape;180;p45"/>
          <p:cNvSpPr txBox="1">
            <a:spLocks noGrp="1"/>
          </p:cNvSpPr>
          <p:nvPr>
            <p:ph type="title"/>
          </p:nvPr>
        </p:nvSpPr>
        <p:spPr>
          <a:xfrm>
            <a:off x="2296997" y="2084968"/>
            <a:ext cx="7598004" cy="2826979"/>
          </a:xfrm>
          <a:prstGeom prst="rect">
            <a:avLst/>
          </a:prstGeom>
          <a:noFill/>
          <a:ln>
            <a:noFill/>
          </a:ln>
        </p:spPr>
        <p:txBody>
          <a:bodyPr spcFirstLastPara="1" wrap="square" lIns="45700" tIns="45700" rIns="45700" bIns="45700" anchor="ctr" anchorCtr="0">
            <a:normAutofit/>
          </a:bodyPr>
          <a:lstStyle>
            <a:lvl1pPr lvl="0" algn="ctr">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81" name="Google Shape;181;p45"/>
          <p:cNvSpPr>
            <a:spLocks noGrp="1"/>
          </p:cNvSpPr>
          <p:nvPr>
            <p:ph type="pic" idx="2"/>
          </p:nvPr>
        </p:nvSpPr>
        <p:spPr>
          <a:xfrm>
            <a:off x="5444912" y="461340"/>
            <a:ext cx="1302175" cy="1302174"/>
          </a:xfrm>
          <a:prstGeom prst="rect">
            <a:avLst/>
          </a:prstGeom>
          <a:noFill/>
          <a:ln>
            <a:noFill/>
          </a:ln>
        </p:spPr>
      </p:sp>
      <p:pic>
        <p:nvPicPr>
          <p:cNvPr id="182" name="Google Shape;182;p45" descr="Picture 6"/>
          <p:cNvPicPr preferRelativeResize="0"/>
          <p:nvPr/>
        </p:nvPicPr>
        <p:blipFill rotWithShape="1">
          <a:blip r:embed="rId2">
            <a:alphaModFix/>
          </a:blip>
          <a:srcRect/>
          <a:stretch/>
        </p:blipFill>
        <p:spPr>
          <a:xfrm>
            <a:off x="11149723" y="262145"/>
            <a:ext cx="578428" cy="500017"/>
          </a:xfrm>
          <a:prstGeom prst="rect">
            <a:avLst/>
          </a:prstGeom>
          <a:noFill/>
          <a:ln>
            <a:noFill/>
          </a:ln>
        </p:spPr>
      </p:pic>
      <p:sp>
        <p:nvSpPr>
          <p:cNvPr id="183" name="Google Shape;183;p45"/>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84" name="Google Shape;184;p45"/>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on Image">
  <p:cSld name="Quote on Image">
    <p:bg>
      <p:bgPr>
        <a:solidFill>
          <a:srgbClr val="FFFFFF"/>
        </a:solidFill>
        <a:effectLst/>
      </p:bgPr>
    </p:bg>
    <p:spTree>
      <p:nvGrpSpPr>
        <p:cNvPr id="1" name="Shape 185"/>
        <p:cNvGrpSpPr/>
        <p:nvPr/>
      </p:nvGrpSpPr>
      <p:grpSpPr>
        <a:xfrm>
          <a:off x="0" y="0"/>
          <a:ext cx="0" cy="0"/>
          <a:chOff x="0" y="0"/>
          <a:chExt cx="0" cy="0"/>
        </a:xfrm>
      </p:grpSpPr>
      <p:sp>
        <p:nvSpPr>
          <p:cNvPr id="186" name="Google Shape;186;p46"/>
          <p:cNvSpPr>
            <a:spLocks noGrp="1"/>
          </p:cNvSpPr>
          <p:nvPr>
            <p:ph type="pic" idx="2"/>
          </p:nvPr>
        </p:nvSpPr>
        <p:spPr>
          <a:xfrm>
            <a:off x="0" y="0"/>
            <a:ext cx="12192000" cy="6858000"/>
          </a:xfrm>
          <a:prstGeom prst="rect">
            <a:avLst/>
          </a:prstGeom>
          <a:noFill/>
          <a:ln>
            <a:noFill/>
          </a:ln>
        </p:spPr>
      </p:sp>
      <p:sp>
        <p:nvSpPr>
          <p:cNvPr id="187" name="Google Shape;187;p46"/>
          <p:cNvSpPr/>
          <p:nvPr/>
        </p:nvSpPr>
        <p:spPr>
          <a:xfrm rot="-5400000">
            <a:off x="3490104" y="-1778181"/>
            <a:ext cx="5211792" cy="10414362"/>
          </a:xfrm>
          <a:prstGeom prst="roundRect">
            <a:avLst>
              <a:gd name="adj" fmla="val 50000"/>
            </a:avLst>
          </a:prstGeom>
          <a:solidFill>
            <a:srgbClr val="071620">
              <a:alpha val="74509"/>
            </a:srgbClr>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071620"/>
              </a:solidFill>
              <a:latin typeface="Calibri"/>
              <a:ea typeface="Calibri"/>
              <a:cs typeface="Calibri"/>
              <a:sym typeface="Calibri"/>
            </a:endParaRPr>
          </a:p>
        </p:txBody>
      </p:sp>
      <p:sp>
        <p:nvSpPr>
          <p:cNvPr id="188" name="Google Shape;188;p46"/>
          <p:cNvSpPr txBox="1">
            <a:spLocks noGrp="1"/>
          </p:cNvSpPr>
          <p:nvPr>
            <p:ph type="title"/>
          </p:nvPr>
        </p:nvSpPr>
        <p:spPr>
          <a:xfrm>
            <a:off x="2296997" y="2084968"/>
            <a:ext cx="7598004" cy="2826979"/>
          </a:xfrm>
          <a:prstGeom prst="rect">
            <a:avLst/>
          </a:prstGeom>
          <a:noFill/>
          <a:ln>
            <a:noFill/>
          </a:ln>
        </p:spPr>
        <p:txBody>
          <a:bodyPr spcFirstLastPara="1" wrap="square" lIns="45700" tIns="45700" rIns="45700" bIns="45700" anchor="ctr" anchorCtr="0">
            <a:normAutofit/>
          </a:bodyPr>
          <a:lstStyle>
            <a:lvl1pPr lvl="0" algn="ctr">
              <a:lnSpc>
                <a:spcPct val="90000"/>
              </a:lnSpc>
              <a:spcBef>
                <a:spcPts val="0"/>
              </a:spcBef>
              <a:spcAft>
                <a:spcPts val="0"/>
              </a:spcAft>
              <a:buClr>
                <a:srgbClr val="FFFFFF"/>
              </a:buClr>
              <a:buSzPts val="4400"/>
              <a:buFont typeface="Georgia"/>
              <a:buNone/>
              <a:defRPr sz="4400">
                <a:solidFill>
                  <a:srgbClr val="FFFFFF"/>
                </a:solidFill>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89" name="Google Shape;189;p46"/>
          <p:cNvSpPr txBox="1"/>
          <p:nvPr/>
        </p:nvSpPr>
        <p:spPr>
          <a:xfrm>
            <a:off x="520866" y="6554399"/>
            <a:ext cx="1417308" cy="23114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90" name="Google Shape;190;p46"/>
          <p:cNvSpPr txBox="1">
            <a:spLocks noGrp="1"/>
          </p:cNvSpPr>
          <p:nvPr>
            <p:ph type="sldNum" idx="12"/>
          </p:nvPr>
        </p:nvSpPr>
        <p:spPr>
          <a:xfrm>
            <a:off x="11719458" y="6562093"/>
            <a:ext cx="220004" cy="231141"/>
          </a:xfrm>
          <a:prstGeom prst="rect">
            <a:avLst/>
          </a:prstGeom>
          <a:noFill/>
          <a:ln>
            <a:noFill/>
          </a:ln>
        </p:spPr>
        <p:txBody>
          <a:bodyPr spcFirstLastPara="1" wrap="square" lIns="45700" tIns="45700" rIns="45700" bIns="45700" anchor="t"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5_Title Large Image">
  <p:cSld name="5_Title Large Image">
    <p:spTree>
      <p:nvGrpSpPr>
        <p:cNvPr id="1" name="Shape 191"/>
        <p:cNvGrpSpPr/>
        <p:nvPr/>
      </p:nvGrpSpPr>
      <p:grpSpPr>
        <a:xfrm>
          <a:off x="0" y="0"/>
          <a:ext cx="0" cy="0"/>
          <a:chOff x="0" y="0"/>
          <a:chExt cx="0" cy="0"/>
        </a:xfrm>
      </p:grpSpPr>
      <p:sp>
        <p:nvSpPr>
          <p:cNvPr id="192" name="Google Shape;192;p47"/>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_Content">
  <p:cSld name="Title_Content">
    <p:bg>
      <p:bgPr>
        <a:solidFill>
          <a:srgbClr val="FFFFFF"/>
        </a:solidFill>
        <a:effectLst/>
      </p:bgPr>
    </p:bg>
    <p:spTree>
      <p:nvGrpSpPr>
        <p:cNvPr id="1" name="Shape 193"/>
        <p:cNvGrpSpPr/>
        <p:nvPr/>
      </p:nvGrpSpPr>
      <p:grpSpPr>
        <a:xfrm>
          <a:off x="0" y="0"/>
          <a:ext cx="0" cy="0"/>
          <a:chOff x="0" y="0"/>
          <a:chExt cx="0" cy="0"/>
        </a:xfrm>
      </p:grpSpPr>
      <p:sp>
        <p:nvSpPr>
          <p:cNvPr id="194" name="Google Shape;194;p48"/>
          <p:cNvSpPr/>
          <p:nvPr/>
        </p:nvSpPr>
        <p:spPr>
          <a:xfrm>
            <a:off x="0" y="-2"/>
            <a:ext cx="12192000" cy="1191240"/>
          </a:xfrm>
          <a:prstGeom prst="rect">
            <a:avLst/>
          </a:prstGeom>
          <a:solidFill>
            <a:srgbClr val="F2F2F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195" name="Google Shape;195;p48"/>
          <p:cNvSpPr txBox="1"/>
          <p:nvPr/>
        </p:nvSpPr>
        <p:spPr>
          <a:xfrm>
            <a:off x="5401074" y="6580906"/>
            <a:ext cx="1397867" cy="211701"/>
          </a:xfrm>
          <a:prstGeom prst="rect">
            <a:avLst/>
          </a:prstGeom>
          <a:noFill/>
          <a:ln>
            <a:noFill/>
          </a:ln>
        </p:spPr>
        <p:txBody>
          <a:bodyPr spcFirstLastPara="1" wrap="square" lIns="36000" tIns="36000" rIns="36000" bIns="36000" anchor="ctr"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196" name="Google Shape;196;p48"/>
          <p:cNvSpPr txBox="1">
            <a:spLocks noGrp="1"/>
          </p:cNvSpPr>
          <p:nvPr>
            <p:ph type="sldNum" idx="12"/>
          </p:nvPr>
        </p:nvSpPr>
        <p:spPr>
          <a:xfrm>
            <a:off x="11733738" y="6616906"/>
            <a:ext cx="128563" cy="139701"/>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7" name="Google Shape;197;p48" descr="Picture 8"/>
          <p:cNvPicPr preferRelativeResize="0"/>
          <p:nvPr/>
        </p:nvPicPr>
        <p:blipFill rotWithShape="1">
          <a:blip r:embed="rId2">
            <a:alphaModFix/>
          </a:blip>
          <a:srcRect/>
          <a:stretch/>
        </p:blipFill>
        <p:spPr>
          <a:xfrm>
            <a:off x="11280095" y="345610"/>
            <a:ext cx="576943" cy="500017"/>
          </a:xfrm>
          <a:prstGeom prst="rect">
            <a:avLst/>
          </a:prstGeom>
          <a:noFill/>
          <a:ln>
            <a:noFill/>
          </a:ln>
        </p:spPr>
      </p:pic>
      <p:sp>
        <p:nvSpPr>
          <p:cNvPr id="198" name="Google Shape;198;p48"/>
          <p:cNvSpPr txBox="1">
            <a:spLocks noGrp="1"/>
          </p:cNvSpPr>
          <p:nvPr>
            <p:ph type="title"/>
          </p:nvPr>
        </p:nvSpPr>
        <p:spPr>
          <a:xfrm>
            <a:off x="334960" y="234000"/>
            <a:ext cx="10440000" cy="720001"/>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rgbClr val="071620"/>
              </a:buClr>
              <a:buSzPts val="2800"/>
              <a:buFont typeface="Georgia"/>
              <a:buNone/>
              <a:defRPr sz="2800">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199" name="Google Shape;199;p48"/>
          <p:cNvSpPr txBox="1">
            <a:spLocks noGrp="1"/>
          </p:cNvSpPr>
          <p:nvPr>
            <p:ph type="body" idx="1"/>
          </p:nvPr>
        </p:nvSpPr>
        <p:spPr>
          <a:xfrm>
            <a:off x="334963" y="1196975"/>
            <a:ext cx="5760000" cy="5327650"/>
          </a:xfrm>
          <a:prstGeom prst="rect">
            <a:avLst/>
          </a:prstGeom>
          <a:noFill/>
          <a:ln>
            <a:noFill/>
          </a:ln>
        </p:spPr>
        <p:txBody>
          <a:bodyPr spcFirstLastPara="1" wrap="square" lIns="72000" tIns="72000" rIns="72000" bIns="72000" anchor="t" anchorCtr="0">
            <a:normAutofit/>
          </a:bodyPr>
          <a:lstStyle>
            <a:lvl1pPr marL="457200" lvl="0" indent="-320040" algn="l">
              <a:lnSpc>
                <a:spcPct val="90000"/>
              </a:lnSpc>
              <a:spcBef>
                <a:spcPts val="1000"/>
              </a:spcBef>
              <a:spcAft>
                <a:spcPts val="0"/>
              </a:spcAft>
              <a:buClr>
                <a:srgbClr val="071620"/>
              </a:buClr>
              <a:buSzPts val="1440"/>
              <a:buFont typeface="Calibri"/>
              <a:buChar char="•"/>
              <a:defRPr sz="1800"/>
            </a:lvl1pPr>
            <a:lvl2pPr marL="914400" lvl="1" indent="-320040" algn="l">
              <a:lnSpc>
                <a:spcPct val="90000"/>
              </a:lnSpc>
              <a:spcBef>
                <a:spcPts val="1000"/>
              </a:spcBef>
              <a:spcAft>
                <a:spcPts val="0"/>
              </a:spcAft>
              <a:buClr>
                <a:srgbClr val="071620"/>
              </a:buClr>
              <a:buSzPts val="1440"/>
              <a:buFont typeface="Calibri"/>
              <a:buChar char="•"/>
              <a:defRPr sz="1800"/>
            </a:lvl2pPr>
            <a:lvl3pPr marL="1371600" lvl="2" indent="-320039" algn="l">
              <a:lnSpc>
                <a:spcPct val="90000"/>
              </a:lnSpc>
              <a:spcBef>
                <a:spcPts val="1000"/>
              </a:spcBef>
              <a:spcAft>
                <a:spcPts val="0"/>
              </a:spcAft>
              <a:buClr>
                <a:srgbClr val="071620"/>
              </a:buClr>
              <a:buSzPts val="1440"/>
              <a:buFont typeface="Calibri"/>
              <a:buChar char="•"/>
              <a:defRPr sz="1800"/>
            </a:lvl3pPr>
            <a:lvl4pPr marL="1828800" lvl="3" indent="-297180" algn="l">
              <a:lnSpc>
                <a:spcPct val="90000"/>
              </a:lnSpc>
              <a:spcBef>
                <a:spcPts val="1000"/>
              </a:spcBef>
              <a:spcAft>
                <a:spcPts val="0"/>
              </a:spcAft>
              <a:buClr>
                <a:srgbClr val="071620"/>
              </a:buClr>
              <a:buSzPts val="1080"/>
              <a:buFont typeface="Calibri"/>
              <a:buChar char="•"/>
              <a:defRPr sz="1800"/>
            </a:lvl4pPr>
            <a:lvl5pPr marL="2286000" lvl="4" indent="-297179" algn="l">
              <a:lnSpc>
                <a:spcPct val="90000"/>
              </a:lnSpc>
              <a:spcBef>
                <a:spcPts val="1000"/>
              </a:spcBef>
              <a:spcAft>
                <a:spcPts val="0"/>
              </a:spcAft>
              <a:buClr>
                <a:srgbClr val="071620"/>
              </a:buClr>
              <a:buSzPts val="1080"/>
              <a:buFont typeface="Calibri"/>
              <a:buChar char="•"/>
              <a:defRPr sz="1800"/>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_Sub-title_Content">
  <p:cSld name="Title_Sub-title_Content">
    <p:bg>
      <p:bgPr>
        <a:solidFill>
          <a:srgbClr val="FFFFFF"/>
        </a:solidFill>
        <a:effectLst/>
      </p:bgPr>
    </p:bg>
    <p:spTree>
      <p:nvGrpSpPr>
        <p:cNvPr id="1" name="Shape 200"/>
        <p:cNvGrpSpPr/>
        <p:nvPr/>
      </p:nvGrpSpPr>
      <p:grpSpPr>
        <a:xfrm>
          <a:off x="0" y="0"/>
          <a:ext cx="0" cy="0"/>
          <a:chOff x="0" y="0"/>
          <a:chExt cx="0" cy="0"/>
        </a:xfrm>
      </p:grpSpPr>
      <p:sp>
        <p:nvSpPr>
          <p:cNvPr id="201" name="Google Shape;201;p49"/>
          <p:cNvSpPr/>
          <p:nvPr/>
        </p:nvSpPr>
        <p:spPr>
          <a:xfrm>
            <a:off x="0" y="-2"/>
            <a:ext cx="12192000" cy="1191240"/>
          </a:xfrm>
          <a:prstGeom prst="rect">
            <a:avLst/>
          </a:prstGeom>
          <a:solidFill>
            <a:srgbClr val="F2F2F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202" name="Google Shape;202;p49"/>
          <p:cNvSpPr txBox="1"/>
          <p:nvPr/>
        </p:nvSpPr>
        <p:spPr>
          <a:xfrm>
            <a:off x="5401074" y="6580906"/>
            <a:ext cx="1397867" cy="211701"/>
          </a:xfrm>
          <a:prstGeom prst="rect">
            <a:avLst/>
          </a:prstGeom>
          <a:noFill/>
          <a:ln>
            <a:noFill/>
          </a:ln>
        </p:spPr>
        <p:txBody>
          <a:bodyPr spcFirstLastPara="1" wrap="square" lIns="36000" tIns="36000" rIns="36000" bIns="36000" anchor="ctr"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203" name="Google Shape;203;p49"/>
          <p:cNvSpPr txBox="1">
            <a:spLocks noGrp="1"/>
          </p:cNvSpPr>
          <p:nvPr>
            <p:ph type="sldNum" idx="12"/>
          </p:nvPr>
        </p:nvSpPr>
        <p:spPr>
          <a:xfrm>
            <a:off x="11733738" y="6616906"/>
            <a:ext cx="128563" cy="139701"/>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04" name="Google Shape;204;p49" descr="Picture 8"/>
          <p:cNvPicPr preferRelativeResize="0"/>
          <p:nvPr/>
        </p:nvPicPr>
        <p:blipFill rotWithShape="1">
          <a:blip r:embed="rId2">
            <a:alphaModFix/>
          </a:blip>
          <a:srcRect/>
          <a:stretch/>
        </p:blipFill>
        <p:spPr>
          <a:xfrm>
            <a:off x="11280095" y="345610"/>
            <a:ext cx="576943" cy="500017"/>
          </a:xfrm>
          <a:prstGeom prst="rect">
            <a:avLst/>
          </a:prstGeom>
          <a:noFill/>
          <a:ln>
            <a:noFill/>
          </a:ln>
        </p:spPr>
      </p:pic>
      <p:sp>
        <p:nvSpPr>
          <p:cNvPr id="205" name="Google Shape;205;p49"/>
          <p:cNvSpPr txBox="1">
            <a:spLocks noGrp="1"/>
          </p:cNvSpPr>
          <p:nvPr>
            <p:ph type="title"/>
          </p:nvPr>
        </p:nvSpPr>
        <p:spPr>
          <a:xfrm>
            <a:off x="334960" y="234000"/>
            <a:ext cx="10440001" cy="720001"/>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rgbClr val="071620"/>
              </a:buClr>
              <a:buSzPts val="2800"/>
              <a:buFont typeface="Georgia"/>
              <a:buNone/>
              <a:defRPr sz="2800">
                <a:latin typeface="Georgia"/>
                <a:ea typeface="Georgia"/>
                <a:cs typeface="Georgia"/>
                <a:sym typeface="Georgia"/>
              </a:defRPr>
            </a:lvl1pPr>
            <a:lvl2pPr lvl="1" algn="l">
              <a:lnSpc>
                <a:spcPct val="90000"/>
              </a:lnSpc>
              <a:spcBef>
                <a:spcPts val="0"/>
              </a:spcBef>
              <a:spcAft>
                <a:spcPts val="0"/>
              </a:spcAft>
              <a:buClr>
                <a:srgbClr val="071620"/>
              </a:buClr>
              <a:buSzPts val="1800"/>
              <a:buNone/>
              <a:defRPr/>
            </a:lvl2pPr>
            <a:lvl3pPr lvl="2" algn="l">
              <a:lnSpc>
                <a:spcPct val="90000"/>
              </a:lnSpc>
              <a:spcBef>
                <a:spcPts val="0"/>
              </a:spcBef>
              <a:spcAft>
                <a:spcPts val="0"/>
              </a:spcAft>
              <a:buClr>
                <a:srgbClr val="071620"/>
              </a:buClr>
              <a:buSzPts val="1800"/>
              <a:buNone/>
              <a:defRPr/>
            </a:lvl3pPr>
            <a:lvl4pPr lvl="3" algn="l">
              <a:lnSpc>
                <a:spcPct val="90000"/>
              </a:lnSpc>
              <a:spcBef>
                <a:spcPts val="0"/>
              </a:spcBef>
              <a:spcAft>
                <a:spcPts val="0"/>
              </a:spcAft>
              <a:buClr>
                <a:srgbClr val="071620"/>
              </a:buClr>
              <a:buSzPts val="1800"/>
              <a:buNone/>
              <a:defRPr/>
            </a:lvl4pPr>
            <a:lvl5pPr lvl="4" algn="l">
              <a:lnSpc>
                <a:spcPct val="90000"/>
              </a:lnSpc>
              <a:spcBef>
                <a:spcPts val="0"/>
              </a:spcBef>
              <a:spcAft>
                <a:spcPts val="0"/>
              </a:spcAft>
              <a:buClr>
                <a:srgbClr val="071620"/>
              </a:buClr>
              <a:buSzPts val="1800"/>
              <a:buNone/>
              <a:defRPr/>
            </a:lvl5pPr>
            <a:lvl6pPr lvl="5" algn="l">
              <a:lnSpc>
                <a:spcPct val="90000"/>
              </a:lnSpc>
              <a:spcBef>
                <a:spcPts val="0"/>
              </a:spcBef>
              <a:spcAft>
                <a:spcPts val="0"/>
              </a:spcAft>
              <a:buClr>
                <a:srgbClr val="071620"/>
              </a:buClr>
              <a:buSzPts val="1800"/>
              <a:buNone/>
              <a:defRPr/>
            </a:lvl6pPr>
            <a:lvl7pPr lvl="6" algn="l">
              <a:lnSpc>
                <a:spcPct val="90000"/>
              </a:lnSpc>
              <a:spcBef>
                <a:spcPts val="0"/>
              </a:spcBef>
              <a:spcAft>
                <a:spcPts val="0"/>
              </a:spcAft>
              <a:buClr>
                <a:srgbClr val="071620"/>
              </a:buClr>
              <a:buSzPts val="1800"/>
              <a:buNone/>
              <a:defRPr/>
            </a:lvl7pPr>
            <a:lvl8pPr lvl="7" algn="l">
              <a:lnSpc>
                <a:spcPct val="90000"/>
              </a:lnSpc>
              <a:spcBef>
                <a:spcPts val="0"/>
              </a:spcBef>
              <a:spcAft>
                <a:spcPts val="0"/>
              </a:spcAft>
              <a:buClr>
                <a:srgbClr val="071620"/>
              </a:buClr>
              <a:buSzPts val="1800"/>
              <a:buNone/>
              <a:defRPr/>
            </a:lvl8pPr>
            <a:lvl9pPr lvl="8" algn="l">
              <a:lnSpc>
                <a:spcPct val="90000"/>
              </a:lnSpc>
              <a:spcBef>
                <a:spcPts val="0"/>
              </a:spcBef>
              <a:spcAft>
                <a:spcPts val="0"/>
              </a:spcAft>
              <a:buClr>
                <a:srgbClr val="071620"/>
              </a:buClr>
              <a:buSzPts val="1800"/>
              <a:buNone/>
              <a:defRPr/>
            </a:lvl9pPr>
          </a:lstStyle>
          <a:p>
            <a:endParaRPr/>
          </a:p>
        </p:txBody>
      </p:sp>
      <p:sp>
        <p:nvSpPr>
          <p:cNvPr id="206" name="Google Shape;206;p49"/>
          <p:cNvSpPr txBox="1">
            <a:spLocks noGrp="1"/>
          </p:cNvSpPr>
          <p:nvPr>
            <p:ph type="body" idx="1"/>
          </p:nvPr>
        </p:nvSpPr>
        <p:spPr>
          <a:xfrm>
            <a:off x="334961" y="1195767"/>
            <a:ext cx="5760001" cy="396497"/>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1000"/>
              </a:spcBef>
              <a:spcAft>
                <a:spcPts val="0"/>
              </a:spcAft>
              <a:buClr>
                <a:srgbClr val="EA5454"/>
              </a:buClr>
              <a:buSzPts val="2000"/>
              <a:buFont typeface="Calibri"/>
              <a:buNone/>
              <a:defRPr sz="2000">
                <a:solidFill>
                  <a:srgbClr val="EA5454"/>
                </a:solidFill>
              </a:defRPr>
            </a:lvl1pPr>
            <a:lvl2pPr marL="914400" lvl="1" indent="-228600" algn="l">
              <a:lnSpc>
                <a:spcPct val="90000"/>
              </a:lnSpc>
              <a:spcBef>
                <a:spcPts val="1000"/>
              </a:spcBef>
              <a:spcAft>
                <a:spcPts val="0"/>
              </a:spcAft>
              <a:buClr>
                <a:srgbClr val="EA5454"/>
              </a:buClr>
              <a:buSzPts val="2000"/>
              <a:buFont typeface="Calibri"/>
              <a:buNone/>
              <a:defRPr sz="2000">
                <a:solidFill>
                  <a:srgbClr val="EA5454"/>
                </a:solidFill>
              </a:defRPr>
            </a:lvl2pPr>
            <a:lvl3pPr marL="1371600" lvl="2" indent="-330200" algn="l">
              <a:lnSpc>
                <a:spcPct val="90000"/>
              </a:lnSpc>
              <a:spcBef>
                <a:spcPts val="1000"/>
              </a:spcBef>
              <a:spcAft>
                <a:spcPts val="0"/>
              </a:spcAft>
              <a:buClr>
                <a:srgbClr val="EA5454"/>
              </a:buClr>
              <a:buSzPts val="1600"/>
              <a:buFont typeface="Calibri"/>
              <a:buChar char="•"/>
              <a:defRPr sz="2000">
                <a:solidFill>
                  <a:srgbClr val="EA5454"/>
                </a:solidFill>
              </a:defRPr>
            </a:lvl3pPr>
            <a:lvl4pPr marL="1828800" lvl="3" indent="-304800" algn="l">
              <a:lnSpc>
                <a:spcPct val="90000"/>
              </a:lnSpc>
              <a:spcBef>
                <a:spcPts val="1000"/>
              </a:spcBef>
              <a:spcAft>
                <a:spcPts val="0"/>
              </a:spcAft>
              <a:buClr>
                <a:srgbClr val="EA5454"/>
              </a:buClr>
              <a:buSzPts val="1200"/>
              <a:buFont typeface="Calibri"/>
              <a:buChar char="•"/>
              <a:defRPr sz="2000">
                <a:solidFill>
                  <a:srgbClr val="EA5454"/>
                </a:solidFill>
              </a:defRPr>
            </a:lvl4pPr>
            <a:lvl5pPr marL="2286000" lvl="4" indent="-304800" algn="l">
              <a:lnSpc>
                <a:spcPct val="90000"/>
              </a:lnSpc>
              <a:spcBef>
                <a:spcPts val="1000"/>
              </a:spcBef>
              <a:spcAft>
                <a:spcPts val="0"/>
              </a:spcAft>
              <a:buClr>
                <a:srgbClr val="EA5454"/>
              </a:buClr>
              <a:buSzPts val="1200"/>
              <a:buFont typeface="Calibri"/>
              <a:buChar char="•"/>
              <a:defRPr sz="2000">
                <a:solidFill>
                  <a:srgbClr val="EA5454"/>
                </a:solidFill>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207" name="Google Shape;207;p49"/>
          <p:cNvSpPr txBox="1">
            <a:spLocks noGrp="1"/>
          </p:cNvSpPr>
          <p:nvPr>
            <p:ph type="body" idx="2"/>
          </p:nvPr>
        </p:nvSpPr>
        <p:spPr>
          <a:xfrm>
            <a:off x="334962" y="6524625"/>
            <a:ext cx="4842932" cy="33337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rgbClr val="F4B1AB"/>
              </a:buClr>
              <a:buSzPts val="800"/>
              <a:buFont typeface="Calibri"/>
              <a:buNone/>
              <a:defRPr sz="800">
                <a:solidFill>
                  <a:srgbClr val="F4B1AB"/>
                </a:solidFill>
              </a:defRPr>
            </a:lvl1pPr>
            <a:lvl2pPr marL="914400" lvl="1" indent="-342900" algn="l">
              <a:lnSpc>
                <a:spcPct val="90000"/>
              </a:lnSpc>
              <a:spcBef>
                <a:spcPts val="1000"/>
              </a:spcBef>
              <a:spcAft>
                <a:spcPts val="0"/>
              </a:spcAft>
              <a:buClr>
                <a:srgbClr val="071620"/>
              </a:buClr>
              <a:buSzPts val="1800"/>
              <a:buChar char="•"/>
              <a:defRPr/>
            </a:lvl2pPr>
            <a:lvl3pPr marL="1371600" lvl="2" indent="-342900" algn="l">
              <a:lnSpc>
                <a:spcPct val="90000"/>
              </a:lnSpc>
              <a:spcBef>
                <a:spcPts val="1000"/>
              </a:spcBef>
              <a:spcAft>
                <a:spcPts val="0"/>
              </a:spcAft>
              <a:buClr>
                <a:srgbClr val="071620"/>
              </a:buClr>
              <a:buSzPts val="1800"/>
              <a:buChar char="•"/>
              <a:defRPr/>
            </a:lvl3pPr>
            <a:lvl4pPr marL="1828800" lvl="3" indent="-342900" algn="l">
              <a:lnSpc>
                <a:spcPct val="90000"/>
              </a:lnSpc>
              <a:spcBef>
                <a:spcPts val="1000"/>
              </a:spcBef>
              <a:spcAft>
                <a:spcPts val="0"/>
              </a:spcAft>
              <a:buClr>
                <a:srgbClr val="071620"/>
              </a:buClr>
              <a:buSzPts val="1800"/>
              <a:buChar char="•"/>
              <a:defRPr/>
            </a:lvl4pPr>
            <a:lvl5pPr marL="2286000" lvl="4" indent="-342900" algn="l">
              <a:lnSpc>
                <a:spcPct val="90000"/>
              </a:lnSpc>
              <a:spcBef>
                <a:spcPts val="1000"/>
              </a:spcBef>
              <a:spcAft>
                <a:spcPts val="0"/>
              </a:spcAft>
              <a:buClr>
                <a:srgbClr val="071620"/>
              </a:buClr>
              <a:buSzPts val="1800"/>
              <a:buChar char="•"/>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
        <p:nvSpPr>
          <p:cNvPr id="208" name="Google Shape;208;p49"/>
          <p:cNvSpPr txBox="1">
            <a:spLocks noGrp="1"/>
          </p:cNvSpPr>
          <p:nvPr>
            <p:ph type="body" idx="3"/>
          </p:nvPr>
        </p:nvSpPr>
        <p:spPr>
          <a:xfrm>
            <a:off x="334962" y="1592262"/>
            <a:ext cx="5760000" cy="4932363"/>
          </a:xfrm>
          <a:prstGeom prst="rect">
            <a:avLst/>
          </a:prstGeom>
          <a:noFill/>
          <a:ln>
            <a:noFill/>
          </a:ln>
        </p:spPr>
        <p:txBody>
          <a:bodyPr spcFirstLastPara="1" wrap="square" lIns="72000" tIns="72000" rIns="72000" bIns="72000" anchor="t" anchorCtr="0">
            <a:normAutofit/>
          </a:bodyPr>
          <a:lstStyle>
            <a:lvl1pPr marL="457200" lvl="0" indent="-320040" algn="l">
              <a:lnSpc>
                <a:spcPct val="90000"/>
              </a:lnSpc>
              <a:spcBef>
                <a:spcPts val="1000"/>
              </a:spcBef>
              <a:spcAft>
                <a:spcPts val="0"/>
              </a:spcAft>
              <a:buClr>
                <a:srgbClr val="071620"/>
              </a:buClr>
              <a:buSzPts val="1440"/>
              <a:buFont typeface="Calibri"/>
              <a:buChar char="•"/>
              <a:defRPr sz="1800"/>
            </a:lvl1pPr>
            <a:lvl2pPr marL="914400" lvl="1" indent="-342900" algn="l">
              <a:lnSpc>
                <a:spcPct val="90000"/>
              </a:lnSpc>
              <a:spcBef>
                <a:spcPts val="1000"/>
              </a:spcBef>
              <a:spcAft>
                <a:spcPts val="0"/>
              </a:spcAft>
              <a:buClr>
                <a:srgbClr val="071620"/>
              </a:buClr>
              <a:buSzPts val="1800"/>
              <a:buChar char="•"/>
              <a:defRPr/>
            </a:lvl2pPr>
            <a:lvl3pPr marL="1371600" lvl="2" indent="-342900" algn="l">
              <a:lnSpc>
                <a:spcPct val="90000"/>
              </a:lnSpc>
              <a:spcBef>
                <a:spcPts val="1000"/>
              </a:spcBef>
              <a:spcAft>
                <a:spcPts val="0"/>
              </a:spcAft>
              <a:buClr>
                <a:srgbClr val="071620"/>
              </a:buClr>
              <a:buSzPts val="1800"/>
              <a:buChar char="•"/>
              <a:defRPr/>
            </a:lvl3pPr>
            <a:lvl4pPr marL="1828800" lvl="3" indent="-342900" algn="l">
              <a:lnSpc>
                <a:spcPct val="90000"/>
              </a:lnSpc>
              <a:spcBef>
                <a:spcPts val="1000"/>
              </a:spcBef>
              <a:spcAft>
                <a:spcPts val="0"/>
              </a:spcAft>
              <a:buClr>
                <a:srgbClr val="071620"/>
              </a:buClr>
              <a:buSzPts val="1800"/>
              <a:buChar char="•"/>
              <a:defRPr/>
            </a:lvl4pPr>
            <a:lvl5pPr marL="2286000" lvl="4" indent="-342900" algn="l">
              <a:lnSpc>
                <a:spcPct val="90000"/>
              </a:lnSpc>
              <a:spcBef>
                <a:spcPts val="1000"/>
              </a:spcBef>
              <a:spcAft>
                <a:spcPts val="0"/>
              </a:spcAft>
              <a:buClr>
                <a:srgbClr val="071620"/>
              </a:buClr>
              <a:buSzPts val="1800"/>
              <a:buChar char="•"/>
              <a:defRPr/>
            </a:lvl5pPr>
            <a:lvl6pPr marL="2743200" lvl="5" indent="-342900" algn="l">
              <a:lnSpc>
                <a:spcPct val="90000"/>
              </a:lnSpc>
              <a:spcBef>
                <a:spcPts val="1000"/>
              </a:spcBef>
              <a:spcAft>
                <a:spcPts val="0"/>
              </a:spcAft>
              <a:buClr>
                <a:srgbClr val="071620"/>
              </a:buClr>
              <a:buSzPts val="1800"/>
              <a:buChar char="•"/>
              <a:defRPr/>
            </a:lvl6pPr>
            <a:lvl7pPr marL="3200400" lvl="6" indent="-342900" algn="l">
              <a:lnSpc>
                <a:spcPct val="90000"/>
              </a:lnSpc>
              <a:spcBef>
                <a:spcPts val="1000"/>
              </a:spcBef>
              <a:spcAft>
                <a:spcPts val="0"/>
              </a:spcAft>
              <a:buClr>
                <a:srgbClr val="071620"/>
              </a:buClr>
              <a:buSzPts val="1800"/>
              <a:buChar char="•"/>
              <a:defRPr/>
            </a:lvl7pPr>
            <a:lvl8pPr marL="3657600" lvl="7" indent="-342900" algn="l">
              <a:lnSpc>
                <a:spcPct val="90000"/>
              </a:lnSpc>
              <a:spcBef>
                <a:spcPts val="1000"/>
              </a:spcBef>
              <a:spcAft>
                <a:spcPts val="0"/>
              </a:spcAft>
              <a:buClr>
                <a:srgbClr val="071620"/>
              </a:buClr>
              <a:buSzPts val="1800"/>
              <a:buChar char="•"/>
              <a:defRPr/>
            </a:lvl8pPr>
            <a:lvl9pPr marL="4114800" lvl="8" indent="-342900" algn="l">
              <a:lnSpc>
                <a:spcPct val="90000"/>
              </a:lnSpc>
              <a:spcBef>
                <a:spcPts val="1000"/>
              </a:spcBef>
              <a:spcAft>
                <a:spcPts val="0"/>
              </a:spcAft>
              <a:buClr>
                <a:srgbClr val="071620"/>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_Small-logo">
  <p:cSld name="Content_Small-logo">
    <p:bg>
      <p:bgPr>
        <a:solidFill>
          <a:srgbClr val="FFFFFF"/>
        </a:solidFill>
        <a:effectLst/>
      </p:bgPr>
    </p:bg>
    <p:spTree>
      <p:nvGrpSpPr>
        <p:cNvPr id="1" name="Shape 209"/>
        <p:cNvGrpSpPr/>
        <p:nvPr/>
      </p:nvGrpSpPr>
      <p:grpSpPr>
        <a:xfrm>
          <a:off x="0" y="0"/>
          <a:ext cx="0" cy="0"/>
          <a:chOff x="0" y="0"/>
          <a:chExt cx="0" cy="0"/>
        </a:xfrm>
      </p:grpSpPr>
      <p:sp>
        <p:nvSpPr>
          <p:cNvPr id="210" name="Google Shape;210;p50"/>
          <p:cNvSpPr/>
          <p:nvPr/>
        </p:nvSpPr>
        <p:spPr>
          <a:xfrm>
            <a:off x="0" y="-2"/>
            <a:ext cx="12192000" cy="1191240"/>
          </a:xfrm>
          <a:prstGeom prst="rect">
            <a:avLst/>
          </a:prstGeom>
          <a:solidFill>
            <a:srgbClr val="F2F2F2"/>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211" name="Google Shape;211;p50"/>
          <p:cNvSpPr txBox="1"/>
          <p:nvPr/>
        </p:nvSpPr>
        <p:spPr>
          <a:xfrm>
            <a:off x="5401074" y="6580906"/>
            <a:ext cx="1397867" cy="211701"/>
          </a:xfrm>
          <a:prstGeom prst="rect">
            <a:avLst/>
          </a:prstGeom>
          <a:noFill/>
          <a:ln>
            <a:noFill/>
          </a:ln>
        </p:spPr>
        <p:txBody>
          <a:bodyPr spcFirstLastPara="1" wrap="square" lIns="36000" tIns="36000" rIns="36000" bIns="36000" anchor="ctr" anchorCtr="0">
            <a:spAutoFit/>
          </a:bodyPr>
          <a:lstStyle/>
          <a:p>
            <a:pPr marL="0" marR="0" lvl="0" indent="0" algn="l" rtl="0">
              <a:lnSpc>
                <a:spcPct val="100000"/>
              </a:lnSpc>
              <a:spcBef>
                <a:spcPts val="0"/>
              </a:spcBef>
              <a:spcAft>
                <a:spcPts val="0"/>
              </a:spcAft>
              <a:buClr>
                <a:srgbClr val="F4B1AB"/>
              </a:buClr>
              <a:buSzPts val="900"/>
              <a:buFont typeface="Calibri"/>
              <a:buNone/>
            </a:pPr>
            <a:r>
              <a:rPr lang="en-US" sz="900" b="0" i="0" u="none" strike="noStrike" cap="none">
                <a:solidFill>
                  <a:srgbClr val="F4B1AB"/>
                </a:solidFill>
                <a:latin typeface="Calibri"/>
                <a:ea typeface="Calibri"/>
                <a:cs typeface="Calibri"/>
                <a:sym typeface="Calibri"/>
              </a:rPr>
              <a:t>Confidential and Proprietary</a:t>
            </a:r>
            <a:endParaRPr sz="1400" b="0" i="0" u="none" strike="noStrike" cap="none">
              <a:solidFill>
                <a:srgbClr val="000000"/>
              </a:solidFill>
              <a:latin typeface="Arial"/>
              <a:ea typeface="Arial"/>
              <a:cs typeface="Arial"/>
              <a:sym typeface="Arial"/>
            </a:endParaRPr>
          </a:p>
        </p:txBody>
      </p:sp>
      <p:sp>
        <p:nvSpPr>
          <p:cNvPr id="212" name="Google Shape;212;p50"/>
          <p:cNvSpPr txBox="1">
            <a:spLocks noGrp="1"/>
          </p:cNvSpPr>
          <p:nvPr>
            <p:ph type="sldNum" idx="12"/>
          </p:nvPr>
        </p:nvSpPr>
        <p:spPr>
          <a:xfrm>
            <a:off x="11733738" y="6616906"/>
            <a:ext cx="128563" cy="139701"/>
          </a:xfrm>
          <a:prstGeom prst="rect">
            <a:avLst/>
          </a:prstGeom>
          <a:noFill/>
          <a:ln>
            <a:noFill/>
          </a:ln>
        </p:spPr>
        <p:txBody>
          <a:bodyPr spcFirstLastPara="1" wrap="square" lIns="0" tIns="0" rIns="0" bIns="0" anchor="ctr" anchorCtr="0">
            <a:spAutoFit/>
          </a:bodyPr>
          <a:lstStyle>
            <a:lvl1pPr marL="0" marR="0" lvl="0"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3" name="Google Shape;213;p50" descr="Picture 8"/>
          <p:cNvPicPr preferRelativeResize="0"/>
          <p:nvPr/>
        </p:nvPicPr>
        <p:blipFill rotWithShape="1">
          <a:blip r:embed="rId2">
            <a:alphaModFix/>
          </a:blip>
          <a:srcRect/>
          <a:stretch/>
        </p:blipFill>
        <p:spPr>
          <a:xfrm>
            <a:off x="11280095" y="345610"/>
            <a:ext cx="576943" cy="500017"/>
          </a:xfrm>
          <a:prstGeom prst="rect">
            <a:avLst/>
          </a:prstGeom>
          <a:noFill/>
          <a:ln>
            <a:noFill/>
          </a:ln>
        </p:spPr>
      </p:pic>
      <p:sp>
        <p:nvSpPr>
          <p:cNvPr id="214" name="Google Shape;214;p50"/>
          <p:cNvSpPr/>
          <p:nvPr/>
        </p:nvSpPr>
        <p:spPr>
          <a:xfrm>
            <a:off x="0" y="-2"/>
            <a:ext cx="12192000" cy="68580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pic>
        <p:nvPicPr>
          <p:cNvPr id="215" name="Google Shape;215;p50" descr="Picture 6"/>
          <p:cNvPicPr preferRelativeResize="0"/>
          <p:nvPr/>
        </p:nvPicPr>
        <p:blipFill rotWithShape="1">
          <a:blip r:embed="rId3">
            <a:alphaModFix/>
          </a:blip>
          <a:srcRect/>
          <a:stretch/>
        </p:blipFill>
        <p:spPr>
          <a:xfrm>
            <a:off x="11137038" y="6562725"/>
            <a:ext cx="720001" cy="10922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7_Title Large Image">
    <p:spTree>
      <p:nvGrpSpPr>
        <p:cNvPr id="1" name=""/>
        <p:cNvGrpSpPr/>
        <p:nvPr/>
      </p:nvGrpSpPr>
      <p:grpSpPr>
        <a:xfrm>
          <a:off x="0" y="0"/>
          <a:ext cx="0" cy="0"/>
          <a:chOff x="0" y="0"/>
          <a:chExt cx="0" cy="0"/>
        </a:xfrm>
      </p:grpSpPr>
      <p:sp>
        <p:nvSpPr>
          <p:cNvPr id="11" name="Picture Placeholder 1"/>
          <p:cNvSpPr>
            <a:spLocks noGrp="1"/>
          </p:cNvSpPr>
          <p:nvPr>
            <p:ph type="pic" idx="21"/>
          </p:nvPr>
        </p:nvSpPr>
        <p:spPr>
          <a:xfrm>
            <a:off x="4790431" y="-1"/>
            <a:ext cx="7401570" cy="6858001"/>
          </a:xfrm>
          <a:prstGeom prst="rect">
            <a:avLst/>
          </a:prstGeom>
        </p:spPr>
        <p:txBody>
          <a:bodyPr lIns="91439" rIns="91439">
            <a:noAutofit/>
          </a:bodyPr>
          <a:lstStyle/>
          <a:p>
            <a:endParaRPr/>
          </a:p>
        </p:txBody>
      </p:sp>
      <p:pic>
        <p:nvPicPr>
          <p:cNvPr id="12" name="Mivada_Logo_White_RGB_L.png" descr="Mivada_Logo_White_RGB_L.png"/>
          <p:cNvPicPr>
            <a:picLocks noChangeAspect="1"/>
          </p:cNvPicPr>
          <p:nvPr/>
        </p:nvPicPr>
        <p:blipFill>
          <a:blip r:embed="rId2"/>
          <a:stretch>
            <a:fillRect/>
          </a:stretch>
        </p:blipFill>
        <p:spPr>
          <a:xfrm>
            <a:off x="692628" y="544082"/>
            <a:ext cx="2736001" cy="415043"/>
          </a:xfrm>
          <a:prstGeom prst="rect">
            <a:avLst/>
          </a:prstGeom>
          <a:ln w="12700">
            <a:miter lim="400000"/>
          </a:ln>
        </p:spPr>
      </p:pic>
      <p:sp>
        <p:nvSpPr>
          <p:cNvPr id="13" name="Presentation Title"/>
          <p:cNvSpPr txBox="1">
            <a:spLocks noGrp="1"/>
          </p:cNvSpPr>
          <p:nvPr>
            <p:ph type="title" hasCustomPrompt="1"/>
          </p:nvPr>
        </p:nvSpPr>
        <p:spPr>
          <a:xfrm>
            <a:off x="690880" y="1081305"/>
            <a:ext cx="4955541" cy="1655762"/>
          </a:xfrm>
          <a:prstGeom prst="rect">
            <a:avLst/>
          </a:prstGeom>
        </p:spPr>
        <p:txBody>
          <a:bodyPr anchor="b"/>
          <a:lstStyle>
            <a:lvl1pPr>
              <a:defRPr sz="4400">
                <a:solidFill>
                  <a:srgbClr val="FFFFFF"/>
                </a:solidFill>
                <a:latin typeface="Georgia"/>
                <a:ea typeface="Georgia"/>
                <a:cs typeface="Georgia"/>
                <a:sym typeface="Georgia"/>
              </a:defRPr>
            </a:lvl1pPr>
          </a:lstStyle>
          <a:p>
            <a:r>
              <a:t>Presentation Title</a:t>
            </a:r>
          </a:p>
        </p:txBody>
      </p:sp>
      <p:sp>
        <p:nvSpPr>
          <p:cNvPr id="14" name="Body Level One…"/>
          <p:cNvSpPr txBox="1">
            <a:spLocks noGrp="1"/>
          </p:cNvSpPr>
          <p:nvPr>
            <p:ph type="body" sz="quarter" idx="1" hasCustomPrompt="1"/>
          </p:nvPr>
        </p:nvSpPr>
        <p:spPr>
          <a:xfrm>
            <a:off x="690880" y="2829142"/>
            <a:ext cx="4955541" cy="1291793"/>
          </a:xfrm>
          <a:prstGeom prst="rect">
            <a:avLst/>
          </a:prstGeom>
        </p:spPr>
        <p:txBody>
          <a:bodyPr/>
          <a:lstStyle>
            <a:lvl1pPr marL="0" indent="0">
              <a:buSzTx/>
              <a:buFontTx/>
              <a:buNone/>
              <a:defRPr sz="1800">
                <a:solidFill>
                  <a:srgbClr val="FFFFFF"/>
                </a:solidFill>
              </a:defRPr>
            </a:lvl1pPr>
            <a:lvl2pPr marL="0" indent="457200">
              <a:buSzTx/>
              <a:buFontTx/>
              <a:buNone/>
              <a:defRPr sz="1800">
                <a:solidFill>
                  <a:srgbClr val="FFFFFF"/>
                </a:solidFill>
              </a:defRPr>
            </a:lvl2pPr>
            <a:lvl3pPr marL="0" indent="914400">
              <a:buSzTx/>
              <a:buFontTx/>
              <a:buNone/>
              <a:defRPr sz="1800">
                <a:solidFill>
                  <a:srgbClr val="FFFFFF"/>
                </a:solidFill>
              </a:defRPr>
            </a:lvl3pPr>
            <a:lvl4pPr marL="0" indent="1371600">
              <a:buSzTx/>
              <a:buFontTx/>
              <a:buNone/>
              <a:defRPr sz="1800">
                <a:solidFill>
                  <a:srgbClr val="FFFFFF"/>
                </a:solidFill>
              </a:defRPr>
            </a:lvl4pPr>
            <a:lvl5pPr marL="0" indent="1828800">
              <a:buSzTx/>
              <a:buFontTx/>
              <a:buNone/>
              <a:defRPr sz="1800">
                <a:solidFill>
                  <a:srgbClr val="FFFFFF"/>
                </a:solidFill>
              </a:defRPr>
            </a:lvl5pPr>
          </a:lstStyle>
          <a:p>
            <a:r>
              <a:t>Subtitle, Author or Date go here</a:t>
            </a:r>
          </a:p>
          <a:p>
            <a:pPr lvl="1"/>
            <a:endParaRPr/>
          </a:p>
          <a:p>
            <a:pPr lvl="2"/>
            <a:endParaRPr/>
          </a:p>
          <a:p>
            <a:pPr lvl="3"/>
            <a:endParaRPr/>
          </a:p>
          <a:p>
            <a:pPr lvl="4"/>
            <a:endParaRPr/>
          </a:p>
        </p:txBody>
      </p:sp>
      <p:sp>
        <p:nvSpPr>
          <p:cNvPr id="15" name="Text Placeholder 5"/>
          <p:cNvSpPr>
            <a:spLocks noGrp="1"/>
          </p:cNvSpPr>
          <p:nvPr>
            <p:ph type="body" sz="quarter" idx="22" hasCustomPrompt="1"/>
          </p:nvPr>
        </p:nvSpPr>
        <p:spPr>
          <a:xfrm>
            <a:off x="690562" y="5044931"/>
            <a:ext cx="3898531" cy="1350964"/>
          </a:xfrm>
          <a:prstGeom prst="rect">
            <a:avLst/>
          </a:prstGeom>
        </p:spPr>
        <p:txBody>
          <a:bodyPr anchor="b"/>
          <a:lstStyle>
            <a:lvl1pPr marL="0" indent="0">
              <a:buSzTx/>
              <a:buFontTx/>
              <a:buNone/>
              <a:defRPr sz="1600">
                <a:solidFill>
                  <a:srgbClr val="FFFFFF"/>
                </a:solidFill>
              </a:defRPr>
            </a:lvl1pPr>
          </a:lstStyle>
          <a:p>
            <a:r>
              <a:t>Additional Information</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6732158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E08A-4D44-3EFF-2020-3BC10072DE38}"/>
              </a:ext>
            </a:extLst>
          </p:cNvPr>
          <p:cNvSpPr>
            <a:spLocks noGrp="1"/>
          </p:cNvSpPr>
          <p:nvPr>
            <p:ph type="title"/>
          </p:nvPr>
        </p:nvSpPr>
        <p:spPr/>
        <p:txBody>
          <a:bodyPr/>
          <a:lstStyle/>
          <a:p>
            <a:r>
              <a:rPr lang="en-GB"/>
              <a:t>Click to edit Master title style</a:t>
            </a:r>
            <a:endParaRPr lang="en-US"/>
          </a:p>
        </p:txBody>
      </p:sp>
      <p:sp>
        <p:nvSpPr>
          <p:cNvPr id="3" name="Text Placeholder 8">
            <a:extLst>
              <a:ext uri="{FF2B5EF4-FFF2-40B4-BE49-F238E27FC236}">
                <a16:creationId xmlns:a16="http://schemas.microsoft.com/office/drawing/2014/main" id="{B50FD70C-0AAE-2F0A-5E6B-BCC280080784}"/>
              </a:ext>
            </a:extLst>
          </p:cNvPr>
          <p:cNvSpPr>
            <a:spLocks noGrp="1"/>
          </p:cNvSpPr>
          <p:nvPr>
            <p:ph type="body" sz="quarter" idx="12" hasCustomPrompt="1"/>
          </p:nvPr>
        </p:nvSpPr>
        <p:spPr>
          <a:xfrm>
            <a:off x="334962" y="6524625"/>
            <a:ext cx="4842932" cy="333375"/>
          </a:xfrm>
        </p:spPr>
        <p:txBody>
          <a:bodyPr lIns="0" tIns="36000" rIns="36000" bIns="36000"/>
          <a:lstStyle>
            <a:lvl1pPr marL="0" indent="0" algn="l" defTabSz="914400" rtl="0" eaLnBrk="1" latinLnBrk="0" hangingPunct="1">
              <a:buFontTx/>
              <a:buNone/>
              <a:defRPr lang="en-US" sz="800" kern="1200" dirty="0">
                <a:solidFill>
                  <a:schemeClr val="accent4">
                    <a:lumMod val="40000"/>
                    <a:lumOff val="60000"/>
                  </a:schemeClr>
                </a:solidFill>
                <a:latin typeface="+mj-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footer notes</a:t>
            </a:r>
            <a:endParaRPr lang="en-US"/>
          </a:p>
        </p:txBody>
      </p:sp>
    </p:spTree>
    <p:extLst>
      <p:ext uri="{BB962C8B-B14F-4D97-AF65-F5344CB8AC3E}">
        <p14:creationId xmlns:p14="http://schemas.microsoft.com/office/powerpoint/2010/main" val="7735158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E08A-4D44-3EFF-2020-3BC10072DE38}"/>
              </a:ext>
            </a:extLst>
          </p:cNvPr>
          <p:cNvSpPr>
            <a:spLocks noGrp="1"/>
          </p:cNvSpPr>
          <p:nvPr>
            <p:ph type="title"/>
          </p:nvPr>
        </p:nvSpPr>
        <p:spPr/>
        <p:txBody>
          <a:bodyPr/>
          <a:lstStyle/>
          <a:p>
            <a:r>
              <a:rPr lang="en-GB"/>
              <a:t>Click to edit Master title style</a:t>
            </a:r>
            <a:endParaRPr lang="en-US"/>
          </a:p>
        </p:txBody>
      </p:sp>
      <p:sp>
        <p:nvSpPr>
          <p:cNvPr id="3" name="Text Placeholder 8">
            <a:extLst>
              <a:ext uri="{FF2B5EF4-FFF2-40B4-BE49-F238E27FC236}">
                <a16:creationId xmlns:a16="http://schemas.microsoft.com/office/drawing/2014/main" id="{B50FD70C-0AAE-2F0A-5E6B-BCC280080784}"/>
              </a:ext>
            </a:extLst>
          </p:cNvPr>
          <p:cNvSpPr>
            <a:spLocks noGrp="1"/>
          </p:cNvSpPr>
          <p:nvPr>
            <p:ph type="body" sz="quarter" idx="12" hasCustomPrompt="1"/>
          </p:nvPr>
        </p:nvSpPr>
        <p:spPr>
          <a:xfrm>
            <a:off x="334962" y="6524625"/>
            <a:ext cx="4842932" cy="333375"/>
          </a:xfrm>
        </p:spPr>
        <p:txBody>
          <a:bodyPr lIns="0" tIns="36000" rIns="36000" bIns="36000"/>
          <a:lstStyle>
            <a:lvl1pPr marL="0" indent="0" algn="l" defTabSz="914400" rtl="0" eaLnBrk="1" latinLnBrk="0" hangingPunct="1">
              <a:buFontTx/>
              <a:buNone/>
              <a:defRPr lang="en-US" sz="800" kern="1200" dirty="0">
                <a:solidFill>
                  <a:schemeClr val="accent4">
                    <a:lumMod val="40000"/>
                    <a:lumOff val="60000"/>
                  </a:schemeClr>
                </a:solidFill>
                <a:latin typeface="+mj-lt"/>
                <a:ea typeface="+mn-ea"/>
                <a:cs typeface="+mn-cs"/>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footer notes</a:t>
            </a:r>
            <a:endParaRPr lang="en-US"/>
          </a:p>
        </p:txBody>
      </p:sp>
    </p:spTree>
    <p:extLst>
      <p:ext uri="{BB962C8B-B14F-4D97-AF65-F5344CB8AC3E}">
        <p14:creationId xmlns:p14="http://schemas.microsoft.com/office/powerpoint/2010/main" val="1943397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EA8546"/>
            </a:gs>
            <a:gs pos="60000">
              <a:srgbClr val="EA5454"/>
            </a:gs>
            <a:gs pos="100000">
              <a:srgbClr val="EA5454"/>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609600" y="274637"/>
            <a:ext cx="10972800" cy="1325563"/>
          </a:xfrm>
          <a:prstGeom prst="rect">
            <a:avLst/>
          </a:prstGeom>
          <a:noFill/>
          <a:ln>
            <a:noFill/>
          </a:ln>
        </p:spPr>
        <p:txBody>
          <a:bodyPr spcFirstLastPara="1" wrap="square" lIns="45700" tIns="45700" rIns="45700" bIns="45700" anchor="t" anchorCtr="0">
            <a:normAutofit/>
          </a:bodyPr>
          <a:lstStyle>
            <a:lvl1pPr marR="0" lvl="0"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1pPr>
            <a:lvl2pPr marR="0" lvl="1"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2pPr>
            <a:lvl3pPr marR="0" lvl="2"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3pPr>
            <a:lvl4pPr marR="0" lvl="3"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4pPr>
            <a:lvl5pPr marR="0" lvl="4"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5pPr>
            <a:lvl6pPr marR="0" lvl="5"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6pPr>
            <a:lvl7pPr marR="0" lvl="6"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7pPr>
            <a:lvl8pPr marR="0" lvl="7"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8pPr>
            <a:lvl9pPr marR="0" lvl="8" algn="l" rtl="0">
              <a:lnSpc>
                <a:spcPct val="90000"/>
              </a:lnSpc>
              <a:spcBef>
                <a:spcPts val="0"/>
              </a:spcBef>
              <a:spcAft>
                <a:spcPts val="0"/>
              </a:spcAft>
              <a:buClr>
                <a:srgbClr val="071620"/>
              </a:buClr>
              <a:buSzPts val="3200"/>
              <a:buFont typeface="Calibri"/>
              <a:buNone/>
              <a:defRPr sz="3200" b="0" i="0" u="none" strike="noStrike" cap="none">
                <a:solidFill>
                  <a:srgbClr val="071620"/>
                </a:solidFill>
                <a:latin typeface="Calibri"/>
                <a:ea typeface="Calibri"/>
                <a:cs typeface="Calibri"/>
                <a:sym typeface="Calibri"/>
              </a:defRPr>
            </a:lvl9pPr>
          </a:lstStyle>
          <a:p>
            <a:endParaRPr/>
          </a:p>
        </p:txBody>
      </p:sp>
      <p:sp>
        <p:nvSpPr>
          <p:cNvPr id="7" name="Google Shape;7;p24"/>
          <p:cNvSpPr txBox="1">
            <a:spLocks noGrp="1"/>
          </p:cNvSpPr>
          <p:nvPr>
            <p:ph type="body" idx="1"/>
          </p:nvPr>
        </p:nvSpPr>
        <p:spPr>
          <a:xfrm>
            <a:off x="609600" y="1600200"/>
            <a:ext cx="10972800" cy="5257800"/>
          </a:xfrm>
          <a:prstGeom prst="rect">
            <a:avLst/>
          </a:prstGeom>
          <a:noFill/>
          <a:ln>
            <a:noFill/>
          </a:ln>
        </p:spPr>
        <p:txBody>
          <a:bodyPr spcFirstLastPara="1" wrap="square" lIns="45700" tIns="45700" rIns="45700" bIns="45700" anchor="t" anchorCtr="0">
            <a:normAutofit/>
          </a:bodyPr>
          <a:lstStyle>
            <a:lvl1pPr marL="457200" marR="0" lvl="0"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1pPr>
            <a:lvl2pPr marL="914400" marR="0" lvl="1"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2pPr>
            <a:lvl3pPr marL="1371600" marR="0" lvl="2"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3pPr>
            <a:lvl4pPr marL="1828800" marR="0" lvl="3"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4pPr>
            <a:lvl5pPr marL="2286000" marR="0" lvl="4"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5pPr>
            <a:lvl6pPr marL="2743200" marR="0" lvl="5"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6pPr>
            <a:lvl7pPr marL="3200400" marR="0" lvl="6"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7pPr>
            <a:lvl8pPr marL="3657600" marR="0" lvl="7"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8pPr>
            <a:lvl9pPr marL="4114800" marR="0" lvl="8" indent="-381000" algn="l" rtl="0">
              <a:lnSpc>
                <a:spcPct val="90000"/>
              </a:lnSpc>
              <a:spcBef>
                <a:spcPts val="1000"/>
              </a:spcBef>
              <a:spcAft>
                <a:spcPts val="0"/>
              </a:spcAft>
              <a:buClr>
                <a:srgbClr val="071620"/>
              </a:buClr>
              <a:buSzPts val="2400"/>
              <a:buFont typeface="Arial"/>
              <a:buChar char="•"/>
              <a:defRPr sz="2400" b="0" i="0" u="none" strike="noStrike" cap="none">
                <a:solidFill>
                  <a:srgbClr val="071620"/>
                </a:solidFill>
                <a:latin typeface="Calibri"/>
                <a:ea typeface="Calibri"/>
                <a:cs typeface="Calibri"/>
                <a:sym typeface="Calibri"/>
              </a:defRPr>
            </a:lvl9pPr>
          </a:lstStyle>
          <a:p>
            <a:endParaRPr/>
          </a:p>
        </p:txBody>
      </p:sp>
      <p:sp>
        <p:nvSpPr>
          <p:cNvPr id="8" name="Google Shape;8;p24"/>
          <p:cNvSpPr txBox="1">
            <a:spLocks noGrp="1"/>
          </p:cNvSpPr>
          <p:nvPr>
            <p:ph type="sldNum" idx="12"/>
          </p:nvPr>
        </p:nvSpPr>
        <p:spPr>
          <a:xfrm>
            <a:off x="5892800" y="6172200"/>
            <a:ext cx="2844800" cy="36830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1pPr>
            <a:lvl2pPr marL="0" marR="0" lvl="1"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2pPr>
            <a:lvl3pPr marL="0" marR="0" lvl="2"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3pPr>
            <a:lvl4pPr marL="0" marR="0" lvl="3"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4pPr>
            <a:lvl5pPr marL="0" marR="0" lvl="4"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5pPr>
            <a:lvl6pPr marL="0" marR="0" lvl="5"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6pPr>
            <a:lvl7pPr marL="0" marR="0" lvl="6"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7pPr>
            <a:lvl8pPr marL="0" marR="0" lvl="7"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8pPr>
            <a:lvl9pPr marL="0" marR="0" lvl="8" indent="0" algn="r" rtl="0">
              <a:lnSpc>
                <a:spcPct val="100000"/>
              </a:lnSpc>
              <a:spcBef>
                <a:spcPts val="0"/>
              </a:spcBef>
              <a:spcAft>
                <a:spcPts val="0"/>
              </a:spcAft>
              <a:buClr>
                <a:srgbClr val="EE8980"/>
              </a:buClr>
              <a:buSzPts val="900"/>
              <a:buFont typeface="Calibri"/>
              <a:buNone/>
              <a:defRPr sz="900" b="0" i="0" u="none" strike="noStrike" cap="none">
                <a:solidFill>
                  <a:srgbClr val="EE898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tags" Target="../tags/tag1.xml"/><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tags" Target="../tags/tag2.xml"/><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3" Type="http://schemas.microsoft.com/office/2018/10/relationships/comments" Target="../comments/modernComment_F53_5587CC06.xml"/><Relationship Id="rId2" Type="http://schemas.openxmlformats.org/officeDocument/2006/relationships/slideLayout" Target="../slideLayouts/slideLayout18.xml"/><Relationship Id="rId1" Type="http://schemas.openxmlformats.org/officeDocument/2006/relationships/tags" Target="../tags/tag3.xml"/><Relationship Id="rId5" Type="http://schemas.openxmlformats.org/officeDocument/2006/relationships/image" Target="../media/image9.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8.xml"/><Relationship Id="rId1" Type="http://schemas.openxmlformats.org/officeDocument/2006/relationships/tags" Target="../tags/tag4.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0" name="Screenshot 2024-03-05 at 4.01.31 PM.png"/>
          <p:cNvPicPr>
            <a:picLocks noGrp="1" noChangeAspect="1"/>
          </p:cNvPicPr>
          <p:nvPr>
            <p:ph type="pic" idx="21"/>
          </p:nvPr>
        </p:nvPicPr>
        <p:blipFill>
          <a:blip r:embed="rId2"/>
          <a:srcRect t="3672" b="3672"/>
          <a:stretch/>
        </p:blipFill>
        <p:spPr>
          <a:xfrm>
            <a:off x="4790503" y="-1"/>
            <a:ext cx="7401648" cy="6858001"/>
          </a:xfrm>
          <a:custGeom>
            <a:avLst/>
            <a:gdLst/>
            <a:ahLst/>
            <a:cxnLst>
              <a:cxn ang="0">
                <a:pos x="wd2" y="hd2"/>
              </a:cxn>
              <a:cxn ang="5400000">
                <a:pos x="wd2" y="hd2"/>
              </a:cxn>
              <a:cxn ang="10800000">
                <a:pos x="wd2" y="hd2"/>
              </a:cxn>
              <a:cxn ang="16200000">
                <a:pos x="wd2" y="hd2"/>
              </a:cxn>
            </a:cxnLst>
            <a:rect l="0" t="0" r="r" b="b"/>
            <a:pathLst>
              <a:path w="21415" h="21600" extrusionOk="0">
                <a:moveTo>
                  <a:pt x="18690" y="0"/>
                </a:moveTo>
                <a:lnTo>
                  <a:pt x="18540" y="48"/>
                </a:lnTo>
                <a:cubicBezTo>
                  <a:pt x="17480" y="413"/>
                  <a:pt x="16550" y="1148"/>
                  <a:pt x="15901" y="2156"/>
                </a:cubicBezTo>
                <a:cubicBezTo>
                  <a:pt x="15563" y="2700"/>
                  <a:pt x="15297" y="3506"/>
                  <a:pt x="15001" y="4604"/>
                </a:cubicBezTo>
                <a:cubicBezTo>
                  <a:pt x="14799" y="3982"/>
                  <a:pt x="14502" y="3396"/>
                  <a:pt x="14103" y="2879"/>
                </a:cubicBezTo>
                <a:cubicBezTo>
                  <a:pt x="13720" y="2382"/>
                  <a:pt x="13260" y="1964"/>
                  <a:pt x="12744" y="1640"/>
                </a:cubicBezTo>
                <a:cubicBezTo>
                  <a:pt x="12229" y="1317"/>
                  <a:pt x="11665" y="1092"/>
                  <a:pt x="11079" y="980"/>
                </a:cubicBezTo>
                <a:cubicBezTo>
                  <a:pt x="9594" y="695"/>
                  <a:pt x="8070" y="1140"/>
                  <a:pt x="6914" y="2195"/>
                </a:cubicBezTo>
                <a:cubicBezTo>
                  <a:pt x="6204" y="2865"/>
                  <a:pt x="5538" y="4121"/>
                  <a:pt x="4427" y="6215"/>
                </a:cubicBezTo>
                <a:lnTo>
                  <a:pt x="2031" y="10731"/>
                </a:lnTo>
                <a:cubicBezTo>
                  <a:pt x="920" y="12825"/>
                  <a:pt x="255" y="14082"/>
                  <a:pt x="77" y="15088"/>
                </a:cubicBezTo>
                <a:cubicBezTo>
                  <a:pt x="-185" y="16704"/>
                  <a:pt x="223" y="18363"/>
                  <a:pt x="1192" y="19621"/>
                </a:cubicBezTo>
                <a:cubicBezTo>
                  <a:pt x="1575" y="20118"/>
                  <a:pt x="2034" y="20538"/>
                  <a:pt x="2551" y="20862"/>
                </a:cubicBezTo>
                <a:cubicBezTo>
                  <a:pt x="3066" y="21187"/>
                  <a:pt x="3630" y="21409"/>
                  <a:pt x="4216" y="21521"/>
                </a:cubicBezTo>
                <a:cubicBezTo>
                  <a:pt x="4401" y="21557"/>
                  <a:pt x="4587" y="21581"/>
                  <a:pt x="4773" y="21594"/>
                </a:cubicBezTo>
                <a:lnTo>
                  <a:pt x="4919" y="21600"/>
                </a:lnTo>
                <a:lnTo>
                  <a:pt x="5332" y="21600"/>
                </a:lnTo>
                <a:lnTo>
                  <a:pt x="5606" y="21579"/>
                </a:lnTo>
                <a:cubicBezTo>
                  <a:pt x="6617" y="21469"/>
                  <a:pt x="7586" y="21033"/>
                  <a:pt x="8381" y="20308"/>
                </a:cubicBezTo>
                <a:cubicBezTo>
                  <a:pt x="9091" y="19638"/>
                  <a:pt x="9758" y="18380"/>
                  <a:pt x="10869" y="16286"/>
                </a:cubicBezTo>
                <a:lnTo>
                  <a:pt x="13173" y="11940"/>
                </a:lnTo>
                <a:cubicBezTo>
                  <a:pt x="12624" y="14169"/>
                  <a:pt x="12295" y="15543"/>
                  <a:pt x="12361" y="16538"/>
                </a:cubicBezTo>
                <a:cubicBezTo>
                  <a:pt x="12492" y="18173"/>
                  <a:pt x="13283" y="19660"/>
                  <a:pt x="14518" y="20601"/>
                </a:cubicBezTo>
                <a:cubicBezTo>
                  <a:pt x="15005" y="20973"/>
                  <a:pt x="15547" y="21250"/>
                  <a:pt x="16123" y="21418"/>
                </a:cubicBezTo>
                <a:cubicBezTo>
                  <a:pt x="16410" y="21502"/>
                  <a:pt x="16703" y="21557"/>
                  <a:pt x="16999" y="21585"/>
                </a:cubicBezTo>
                <a:lnTo>
                  <a:pt x="17311" y="21600"/>
                </a:lnTo>
                <a:lnTo>
                  <a:pt x="17576" y="21600"/>
                </a:lnTo>
                <a:lnTo>
                  <a:pt x="17889" y="21585"/>
                </a:lnTo>
                <a:cubicBezTo>
                  <a:pt x="19203" y="21460"/>
                  <a:pt x="20414" y="20787"/>
                  <a:pt x="21276" y="19720"/>
                </a:cubicBezTo>
                <a:lnTo>
                  <a:pt x="21415" y="19539"/>
                </a:lnTo>
                <a:lnTo>
                  <a:pt x="21415" y="0"/>
                </a:lnTo>
                <a:lnTo>
                  <a:pt x="18690" y="0"/>
                </a:lnTo>
                <a:close/>
              </a:path>
            </a:pathLst>
          </a:custGeom>
        </p:spPr>
      </p:pic>
      <p:sp>
        <p:nvSpPr>
          <p:cNvPr id="351" name="Title 2"/>
          <p:cNvSpPr txBox="1">
            <a:spLocks noGrp="1"/>
          </p:cNvSpPr>
          <p:nvPr>
            <p:ph type="ctrTitle"/>
          </p:nvPr>
        </p:nvSpPr>
        <p:spPr>
          <a:xfrm>
            <a:off x="690879" y="1081305"/>
            <a:ext cx="4955542" cy="1655761"/>
          </a:xfrm>
          <a:prstGeom prst="rect">
            <a:avLst/>
          </a:prstGeom>
        </p:spPr>
        <p:txBody>
          <a:bodyPr/>
          <a:lstStyle/>
          <a:p>
            <a:r>
              <a:rPr lang="en-AU"/>
              <a:t>Program Delivery</a:t>
            </a:r>
            <a:endParaRPr/>
          </a:p>
        </p:txBody>
      </p:sp>
      <p:sp>
        <p:nvSpPr>
          <p:cNvPr id="352" name="Subtitle 3"/>
          <p:cNvSpPr txBox="1">
            <a:spLocks noGrp="1"/>
          </p:cNvSpPr>
          <p:nvPr>
            <p:ph type="subTitle" sz="quarter" idx="1"/>
          </p:nvPr>
        </p:nvSpPr>
        <p:spPr>
          <a:xfrm>
            <a:off x="690879" y="2829142"/>
            <a:ext cx="4955542" cy="1291793"/>
          </a:xfrm>
          <a:prstGeom prst="rect">
            <a:avLst/>
          </a:prstGeom>
        </p:spPr>
        <p:txBody>
          <a:bodyPr/>
          <a:lstStyle/>
          <a:p>
            <a:r>
              <a:rPr lang="en-AU"/>
              <a:t>Case Studies</a:t>
            </a:r>
          </a:p>
        </p:txBody>
      </p:sp>
      <p:sp>
        <p:nvSpPr>
          <p:cNvPr id="353" name="Text Placeholder 4"/>
          <p:cNvSpPr>
            <a:spLocks noGrp="1"/>
          </p:cNvSpPr>
          <p:nvPr>
            <p:ph type="body" idx="22"/>
          </p:nvPr>
        </p:nvSpPr>
        <p:spPr>
          <a:xfrm>
            <a:off x="687310" y="5708751"/>
            <a:ext cx="965851" cy="40494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804672">
              <a:spcBef>
                <a:spcPts val="800"/>
              </a:spcBef>
              <a:defRPr sz="1408"/>
            </a:lvl1pPr>
          </a:lstStyle>
          <a:p>
            <a:r>
              <a:t>March </a:t>
            </a:r>
            <a:r>
              <a:rPr lang="en-AU"/>
              <a:t>2025</a:t>
            </a:r>
            <a:endParaRPr/>
          </a:p>
        </p:txBody>
      </p:sp>
      <p:sp>
        <p:nvSpPr>
          <p:cNvPr id="354" name="TextBox 5"/>
          <p:cNvSpPr txBox="1"/>
          <p:nvPr/>
        </p:nvSpPr>
        <p:spPr>
          <a:xfrm>
            <a:off x="183046" y="6587493"/>
            <a:ext cx="1417308" cy="2311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900">
                <a:solidFill>
                  <a:srgbClr val="F4B1AB"/>
                </a:solidFill>
              </a:defRPr>
            </a:pPr>
            <a:r>
              <a:t>Confidential and Proprietary</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0B8E-4601-0888-098A-8B9809323F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6AF4-F65D-530E-15F3-5F93AD3F9963}"/>
              </a:ext>
            </a:extLst>
          </p:cNvPr>
          <p:cNvSpPr txBox="1"/>
          <p:nvPr/>
        </p:nvSpPr>
        <p:spPr>
          <a:xfrm>
            <a:off x="260820" y="838395"/>
            <a:ext cx="11417564" cy="6524863"/>
          </a:xfrm>
          <a:prstGeom prst="rect">
            <a:avLst/>
          </a:prstGeom>
          <a:noFill/>
        </p:spPr>
        <p:txBody>
          <a:bodyPr wrap="square" rtlCol="0">
            <a:spAutoFit/>
          </a:bodyPr>
          <a:lstStyle/>
          <a:p>
            <a:pPr>
              <a:buNone/>
            </a:pPr>
            <a:r>
              <a:rPr lang="en-US" sz="1100" b="1" dirty="0">
                <a:latin typeface="Calibri" panose="020F0502020204030204" pitchFamily="34" charset="0"/>
                <a:ea typeface="Calibri" panose="020F0502020204030204" pitchFamily="34" charset="0"/>
                <a:cs typeface="Calibri" panose="020F0502020204030204" pitchFamily="34" charset="0"/>
              </a:rPr>
              <a:t>Case Study: Legacy Payroll System Support</a:t>
            </a:r>
            <a:endParaRPr lang="en-US" sz="1100" dirty="0">
              <a:latin typeface="Calibri" panose="020F0502020204030204" pitchFamily="34" charset="0"/>
              <a:ea typeface="Calibri" panose="020F0502020204030204" pitchFamily="34" charset="0"/>
              <a:cs typeface="Calibri" panose="020F0502020204030204" pitchFamily="34" charset="0"/>
            </a:endParaRPr>
          </a:p>
          <a:p>
            <a:pPr>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buNone/>
            </a:pPr>
            <a:r>
              <a:rPr lang="en-US" sz="1100" dirty="0">
                <a:latin typeface="Calibri" panose="020F0502020204030204" pitchFamily="34" charset="0"/>
                <a:ea typeface="Calibri" panose="020F0502020204030204" pitchFamily="34" charset="0"/>
                <a:cs typeface="Calibri" panose="020F0502020204030204" pitchFamily="34" charset="0"/>
              </a:rPr>
              <a:t>The client has relied on a legacy payroll application and associated systems since the early 1990s. While the system has been dependable, evolving regulatory obligations, technological advancements, and increasing expectations for reporting, costing, accountability, and auditing required significant upgrades. To maintain compliance with Australian statutory requirements and modern business standards, the client sought a partner who could manage and </a:t>
            </a:r>
            <a:r>
              <a:rPr lang="en-US" sz="1100" dirty="0" err="1">
                <a:latin typeface="Calibri" panose="020F0502020204030204" pitchFamily="34" charset="0"/>
                <a:ea typeface="Calibri" panose="020F0502020204030204" pitchFamily="34" charset="0"/>
                <a:cs typeface="Calibri" panose="020F0502020204030204" pitchFamily="34" charset="0"/>
              </a:rPr>
              <a:t>modernise</a:t>
            </a:r>
            <a:r>
              <a:rPr lang="en-US" sz="1100" dirty="0">
                <a:latin typeface="Calibri" panose="020F0502020204030204" pitchFamily="34" charset="0"/>
                <a:ea typeface="Calibri" panose="020F0502020204030204" pitchFamily="34" charset="0"/>
                <a:cs typeface="Calibri" panose="020F0502020204030204" pitchFamily="34" charset="0"/>
              </a:rPr>
              <a:t> their payroll infrastructure while ensuring uninterrupted operations.</a:t>
            </a:r>
          </a:p>
          <a:p>
            <a:pPr>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buNone/>
            </a:pPr>
            <a:r>
              <a:rPr lang="en-US" sz="1100" dirty="0">
                <a:latin typeface="Calibri" panose="020F0502020204030204" pitchFamily="34" charset="0"/>
                <a:ea typeface="Calibri" panose="020F0502020204030204" pitchFamily="34" charset="0"/>
                <a:cs typeface="Calibri" panose="020F0502020204030204" pitchFamily="34" charset="0"/>
              </a:rPr>
              <a:t>Mivada has supported the client with Application Management Services (AMS) for over 10 years, delivering 24/7 technical support across the entire payroll ecosystem. This includes managing upstream and downstream interfaces, nightly batch processes, pay runs, security access, and satellite systems such as </a:t>
            </a:r>
            <a:r>
              <a:rPr lang="en-US" sz="1100" dirty="0" err="1">
                <a:latin typeface="Calibri" panose="020F0502020204030204" pitchFamily="34" charset="0"/>
                <a:ea typeface="Calibri" panose="020F0502020204030204" pitchFamily="34" charset="0"/>
                <a:cs typeface="Calibri" panose="020F0502020204030204" pitchFamily="34" charset="0"/>
              </a:rPr>
              <a:t>Qlikview</a:t>
            </a:r>
            <a:r>
              <a:rPr lang="en-US" sz="1100" dirty="0">
                <a:latin typeface="Calibri" panose="020F0502020204030204" pitchFamily="34" charset="0"/>
                <a:ea typeface="Calibri" panose="020F0502020204030204" pitchFamily="34" charset="0"/>
                <a:cs typeface="Calibri" panose="020F0502020204030204" pitchFamily="34" charset="0"/>
              </a:rPr>
              <a:t>, QCP, and </a:t>
            </a:r>
            <a:r>
              <a:rPr lang="en-US" sz="1100" dirty="0" err="1">
                <a:latin typeface="Calibri" panose="020F0502020204030204" pitchFamily="34" charset="0"/>
                <a:ea typeface="Calibri" panose="020F0502020204030204" pitchFamily="34" charset="0"/>
                <a:cs typeface="Calibri" panose="020F0502020204030204" pitchFamily="34" charset="0"/>
              </a:rPr>
              <a:t>Opswise</a:t>
            </a:r>
            <a:r>
              <a:rPr lang="en-US" sz="1100" dirty="0">
                <a:latin typeface="Calibri" panose="020F0502020204030204" pitchFamily="34" charset="0"/>
                <a:ea typeface="Calibri" panose="020F0502020204030204" pitchFamily="34" charset="0"/>
                <a:cs typeface="Calibri" panose="020F0502020204030204" pitchFamily="34" charset="0"/>
              </a:rPr>
              <a:t> (Universal Automation Center by </a:t>
            </a:r>
            <a:r>
              <a:rPr lang="en-US" sz="1100" dirty="0" err="1">
                <a:latin typeface="Calibri" panose="020F0502020204030204" pitchFamily="34" charset="0"/>
                <a:ea typeface="Calibri" panose="020F0502020204030204" pitchFamily="34" charset="0"/>
                <a:cs typeface="Calibri" panose="020F0502020204030204" pitchFamily="34" charset="0"/>
              </a:rPr>
              <a:t>Stonebranch</a:t>
            </a:r>
            <a:r>
              <a:rPr lang="en-US" sz="1100" dirty="0">
                <a:latin typeface="Calibri" panose="020F0502020204030204" pitchFamily="34" charset="0"/>
                <a:ea typeface="Calibri" panose="020F0502020204030204" pitchFamily="34" charset="0"/>
                <a:cs typeface="Calibri" panose="020F0502020204030204" pitchFamily="34" charset="0"/>
              </a:rPr>
              <a:t>).</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a:latin typeface="Calibri" panose="020F0502020204030204" pitchFamily="34" charset="0"/>
                <a:ea typeface="Calibri" panose="020F0502020204030204" pitchFamily="34" charset="0"/>
                <a:cs typeface="Calibri" panose="020F0502020204030204" pitchFamily="34" charset="0"/>
              </a:rPr>
              <a:t>Our approach to managing and enhancing the client’s legacy payroll environment is grounded in reliability, proactive issue resolution, and strategic improvement. We ensure critical daily operations run smoothly while identifying opportunities for </a:t>
            </a:r>
            <a:r>
              <a:rPr lang="en-US" sz="1100" dirty="0" err="1">
                <a:latin typeface="Calibri" panose="020F0502020204030204" pitchFamily="34" charset="0"/>
                <a:ea typeface="Calibri" panose="020F0502020204030204" pitchFamily="34" charset="0"/>
                <a:cs typeface="Calibri" panose="020F0502020204030204" pitchFamily="34" charset="0"/>
              </a:rPr>
              <a:t>modernisation</a:t>
            </a:r>
            <a:r>
              <a:rPr lang="en-US" sz="1100" dirty="0">
                <a:latin typeface="Calibri" panose="020F0502020204030204" pitchFamily="34" charset="0"/>
                <a:ea typeface="Calibri" panose="020F0502020204030204" pitchFamily="34" charset="0"/>
                <a:cs typeface="Calibri" panose="020F0502020204030204" pitchFamily="34" charset="0"/>
              </a:rPr>
              <a:t>, improved compliance, and performance </a:t>
            </a:r>
            <a:r>
              <a:rPr lang="en-US" sz="1100" dirty="0" err="1">
                <a:latin typeface="Calibri" panose="020F0502020204030204" pitchFamily="34" charset="0"/>
                <a:ea typeface="Calibri" panose="020F0502020204030204" pitchFamily="34" charset="0"/>
                <a:cs typeface="Calibri" panose="020F0502020204030204" pitchFamily="34" charset="0"/>
              </a:rPr>
              <a:t>optimisation</a:t>
            </a:r>
            <a:r>
              <a:rPr lang="en-US" sz="1100" dirty="0">
                <a:latin typeface="Calibri" panose="020F0502020204030204" pitchFamily="34" charset="0"/>
                <a:ea typeface="Calibri" panose="020F0502020204030204" pitchFamily="34" charset="0"/>
                <a:cs typeface="Calibri" panose="020F0502020204030204" pitchFamily="34" charset="0"/>
              </a:rPr>
              <a:t>.</a:t>
            </a:r>
          </a:p>
          <a:p>
            <a:pPr>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buNone/>
            </a:pPr>
            <a:r>
              <a:rPr lang="en-US" sz="1100" dirty="0">
                <a:latin typeface="Calibri" panose="020F0502020204030204" pitchFamily="34" charset="0"/>
                <a:ea typeface="Calibri" panose="020F0502020204030204" pitchFamily="34" charset="0"/>
                <a:cs typeface="Calibri" panose="020F0502020204030204" pitchFamily="34" charset="0"/>
              </a:rPr>
              <a:t>Our technical expertise spans:</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Database Management</a:t>
            </a:r>
            <a:r>
              <a:rPr lang="en-US" sz="1100" dirty="0">
                <a:latin typeface="Calibri" panose="020F0502020204030204" pitchFamily="34" charset="0"/>
                <a:ea typeface="Calibri" panose="020F0502020204030204" pitchFamily="34" charset="0"/>
                <a:cs typeface="Calibri" panose="020F0502020204030204" pitchFamily="34" charset="0"/>
              </a:rPr>
              <a:t>: Proficient in MS SQL Server and MySQL Server, including complex queries, stored procedures, views, and database maintenance.</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Reporting Tools</a:t>
            </a:r>
            <a:r>
              <a:rPr lang="en-US" sz="1100" dirty="0">
                <a:latin typeface="Calibri" panose="020F0502020204030204" pitchFamily="34" charset="0"/>
                <a:ea typeface="Calibri" panose="020F0502020204030204" pitchFamily="34" charset="0"/>
                <a:cs typeface="Calibri" panose="020F0502020204030204" pitchFamily="34" charset="0"/>
              </a:rPr>
              <a:t>: Implementation and support of </a:t>
            </a:r>
            <a:r>
              <a:rPr lang="en-US" sz="1100" dirty="0" err="1">
                <a:latin typeface="Calibri" panose="020F0502020204030204" pitchFamily="34" charset="0"/>
                <a:ea typeface="Calibri" panose="020F0502020204030204" pitchFamily="34" charset="0"/>
                <a:cs typeface="Calibri" panose="020F0502020204030204" pitchFamily="34" charset="0"/>
              </a:rPr>
              <a:t>Qlikview</a:t>
            </a:r>
            <a:r>
              <a:rPr lang="en-US" sz="1100" dirty="0">
                <a:latin typeface="Calibri" panose="020F0502020204030204" pitchFamily="34" charset="0"/>
                <a:ea typeface="Calibri" panose="020F0502020204030204" pitchFamily="34" charset="0"/>
                <a:cs typeface="Calibri" panose="020F0502020204030204" pitchFamily="34" charset="0"/>
              </a:rPr>
              <a:t> for advanced reporting capabilities.</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Payroll Application</a:t>
            </a:r>
            <a:r>
              <a:rPr lang="en-US" sz="1100" dirty="0">
                <a:latin typeface="Calibri" panose="020F0502020204030204" pitchFamily="34" charset="0"/>
                <a:ea typeface="Calibri" panose="020F0502020204030204" pitchFamily="34" charset="0"/>
                <a:cs typeface="Calibri" panose="020F0502020204030204" pitchFamily="34" charset="0"/>
              </a:rPr>
              <a:t>: Management of version upgrades, enhancements, EOFY processes, and tier 1, 2, and 3 support including security.</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Infrastructure Support</a:t>
            </a:r>
            <a:r>
              <a:rPr lang="en-US" sz="1100" dirty="0">
                <a:latin typeface="Calibri" panose="020F0502020204030204" pitchFamily="34" charset="0"/>
                <a:ea typeface="Calibri" panose="020F0502020204030204" pitchFamily="34" charset="0"/>
                <a:cs typeface="Calibri" panose="020F0502020204030204" pitchFamily="34" charset="0"/>
              </a:rPr>
              <a:t>: Building and maintaining QCP servers, applying vulnerability patches, and performing system upgrades.</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Scripting and Automation</a:t>
            </a:r>
            <a:r>
              <a:rPr lang="en-US" sz="1100" dirty="0">
                <a:latin typeface="Calibri" panose="020F0502020204030204" pitchFamily="34" charset="0"/>
                <a:ea typeface="Calibri" panose="020F0502020204030204" pitchFamily="34" charset="0"/>
                <a:cs typeface="Calibri" panose="020F0502020204030204" pitchFamily="34" charset="0"/>
              </a:rPr>
              <a:t>: PowerShell scripting for file translation (e.g., XML to CSV) supporting Single Touch Payroll (STP), and Python scripting to transform data from external systems into the payroll platform.</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Legacy System Enhancements</a:t>
            </a:r>
            <a:r>
              <a:rPr lang="en-US" sz="1100" dirty="0">
                <a:latin typeface="Calibri" panose="020F0502020204030204" pitchFamily="34" charset="0"/>
                <a:ea typeface="Calibri" panose="020F0502020204030204" pitchFamily="34" charset="0"/>
                <a:cs typeface="Calibri" panose="020F0502020204030204" pitchFamily="34" charset="0"/>
              </a:rPr>
              <a:t>: Microsoft Access and Excel VBA development for custom tools and support.</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Job Scheduling</a:t>
            </a:r>
            <a:r>
              <a:rPr lang="en-US" sz="1100" dirty="0">
                <a:latin typeface="Calibri" panose="020F0502020204030204" pitchFamily="34" charset="0"/>
                <a:ea typeface="Calibri" panose="020F0502020204030204" pitchFamily="34" charset="0"/>
                <a:cs typeface="Calibri" panose="020F0502020204030204" pitchFamily="34" charset="0"/>
              </a:rPr>
              <a:t>: Configuration and maintenance of job scheduling tools such as </a:t>
            </a:r>
            <a:r>
              <a:rPr lang="en-US" sz="1100" dirty="0" err="1">
                <a:latin typeface="Calibri" panose="020F0502020204030204" pitchFamily="34" charset="0"/>
                <a:ea typeface="Calibri" panose="020F0502020204030204" pitchFamily="34" charset="0"/>
                <a:cs typeface="Calibri" panose="020F0502020204030204" pitchFamily="34" charset="0"/>
              </a:rPr>
              <a:t>Opswise</a:t>
            </a:r>
            <a:r>
              <a:rPr lang="en-US" sz="1100" dirty="0">
                <a:latin typeface="Calibri" panose="020F0502020204030204" pitchFamily="34" charset="0"/>
                <a:ea typeface="Calibri" panose="020F0502020204030204" pitchFamily="34" charset="0"/>
                <a:cs typeface="Calibri" panose="020F0502020204030204" pitchFamily="34" charset="0"/>
              </a:rPr>
              <a:t> (UAC).</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Ad-hoc Resourcing</a:t>
            </a:r>
            <a:r>
              <a:rPr lang="en-US" sz="1100" dirty="0">
                <a:latin typeface="Calibri" panose="020F0502020204030204" pitchFamily="34" charset="0"/>
                <a:ea typeface="Calibri" panose="020F0502020204030204" pitchFamily="34" charset="0"/>
                <a:cs typeface="Calibri" panose="020F0502020204030204" pitchFamily="34" charset="0"/>
              </a:rPr>
              <a:t>: Provision of project management and business analysis resources when required by the client.</a:t>
            </a:r>
          </a:p>
          <a:p>
            <a:pPr marL="355600" lvl="4" indent="-177800">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Governance and Compliance</a:t>
            </a:r>
            <a:r>
              <a:rPr lang="en-US" sz="1100" dirty="0">
                <a:latin typeface="Calibri" panose="020F0502020204030204" pitchFamily="34" charset="0"/>
                <a:ea typeface="Calibri" panose="020F0502020204030204" pitchFamily="34" charset="0"/>
                <a:cs typeface="Calibri" panose="020F0502020204030204" pitchFamily="34" charset="0"/>
              </a:rPr>
              <a:t>: Ticket management via SNOW and Zendesk, and support for annual system audits.</a:t>
            </a:r>
          </a:p>
          <a:p>
            <a:pPr>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buNone/>
            </a:pPr>
            <a:r>
              <a:rPr lang="en-US" sz="1100" dirty="0">
                <a:latin typeface="Calibri" panose="020F0502020204030204" pitchFamily="34" charset="0"/>
                <a:ea typeface="Calibri" panose="020F0502020204030204" pitchFamily="34" charset="0"/>
                <a:cs typeface="Calibri" panose="020F0502020204030204" pitchFamily="34" charset="0"/>
              </a:rPr>
              <a:t>In addition to technical services, Mivada has delivered value-added support to the client's payroll department, even outside the scope of the original support agreement, demonstrating our commitment to partnership and long-term success.</a:t>
            </a:r>
          </a:p>
          <a:p>
            <a:pPr>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a:buNone/>
            </a:pPr>
            <a:r>
              <a:rPr lang="en-US" sz="1100" b="1" dirty="0">
                <a:latin typeface="Calibri" panose="020F0502020204030204" pitchFamily="34" charset="0"/>
                <a:ea typeface="Calibri" panose="020F0502020204030204" pitchFamily="34" charset="0"/>
                <a:cs typeface="Calibri" panose="020F0502020204030204" pitchFamily="34" charset="0"/>
              </a:rPr>
              <a:t>Major Project Successes - </a:t>
            </a:r>
            <a:r>
              <a:rPr lang="en-US" sz="1100" dirty="0">
                <a:latin typeface="Calibri" panose="020F0502020204030204" pitchFamily="34" charset="0"/>
                <a:ea typeface="Calibri" panose="020F0502020204030204" pitchFamily="34" charset="0"/>
                <a:cs typeface="Calibri" panose="020F0502020204030204" pitchFamily="34" charset="0"/>
              </a:rPr>
              <a:t>Mivada has played a central role in delivering several high-impact initiatives for the client, including:</a:t>
            </a:r>
          </a:p>
          <a:p>
            <a:pPr marL="358775" lvl="2" indent="-179388">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Implementation of STP1 and STP2</a:t>
            </a:r>
            <a:r>
              <a:rPr lang="en-US" sz="1100" dirty="0">
                <a:latin typeface="Calibri" panose="020F0502020204030204" pitchFamily="34" charset="0"/>
                <a:ea typeface="Calibri" panose="020F0502020204030204" pitchFamily="34" charset="0"/>
                <a:cs typeface="Calibri" panose="020F0502020204030204" pitchFamily="34" charset="0"/>
              </a:rPr>
              <a:t>: Providing end-to-end technical support to meet the Australian Taxation Office’s Single Touch Payroll legislative requirements.</a:t>
            </a:r>
          </a:p>
          <a:p>
            <a:pPr marL="358775" lvl="2" indent="-179388">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Cloud Migration</a:t>
            </a:r>
            <a:r>
              <a:rPr lang="en-US" sz="1100" dirty="0">
                <a:latin typeface="Calibri" panose="020F0502020204030204" pitchFamily="34" charset="0"/>
                <a:ea typeface="Calibri" panose="020F0502020204030204" pitchFamily="34" charset="0"/>
                <a:cs typeface="Calibri" panose="020F0502020204030204" pitchFamily="34" charset="0"/>
              </a:rPr>
              <a:t>: Supporting the successful migration of infrastructure and services to a cloud-based platform, increasing system resilience and scalability.</a:t>
            </a:r>
          </a:p>
          <a:p>
            <a:pPr marL="358775" lvl="2" indent="-179388">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Superannuation Reporting Enhancements</a:t>
            </a:r>
            <a:r>
              <a:rPr lang="en-US" sz="1100" dirty="0">
                <a:latin typeface="Calibri" panose="020F0502020204030204" pitchFamily="34" charset="0"/>
                <a:ea typeface="Calibri" panose="020F0502020204030204" pitchFamily="34" charset="0"/>
                <a:cs typeface="Calibri" panose="020F0502020204030204" pitchFamily="34" charset="0"/>
              </a:rPr>
              <a:t>: Upgrading reporting capabilities to meet the evolving requirements of external superannuation providers.</a:t>
            </a:r>
          </a:p>
          <a:p>
            <a:pPr marL="358775" lvl="2" indent="-179388">
              <a:buFont typeface="Arial" panose="020B0604020202020204" pitchFamily="34" charset="0"/>
              <a:buChar char="•"/>
            </a:pPr>
            <a:r>
              <a:rPr lang="en-US" sz="1100" b="1" dirty="0">
                <a:latin typeface="Calibri" panose="020F0502020204030204" pitchFamily="34" charset="0"/>
                <a:ea typeface="Calibri" panose="020F0502020204030204" pitchFamily="34" charset="0"/>
                <a:cs typeface="Calibri" panose="020F0502020204030204" pitchFamily="34" charset="0"/>
              </a:rPr>
              <a:t>COVID-19 Response</a:t>
            </a:r>
            <a:r>
              <a:rPr lang="en-US" sz="1100" dirty="0">
                <a:latin typeface="Calibri" panose="020F0502020204030204" pitchFamily="34" charset="0"/>
                <a:ea typeface="Calibri" panose="020F0502020204030204" pitchFamily="34" charset="0"/>
                <a:cs typeface="Calibri" panose="020F0502020204030204" pitchFamily="34" charset="0"/>
              </a:rPr>
              <a:t>: Delivering rapid system changes and support to facilitate government programs such as </a:t>
            </a:r>
            <a:r>
              <a:rPr lang="en-US" sz="1100" dirty="0" err="1">
                <a:latin typeface="Calibri" panose="020F0502020204030204" pitchFamily="34" charset="0"/>
                <a:ea typeface="Calibri" panose="020F0502020204030204" pitchFamily="34" charset="0"/>
                <a:cs typeface="Calibri" panose="020F0502020204030204" pitchFamily="34" charset="0"/>
              </a:rPr>
              <a:t>JobKeeper</a:t>
            </a:r>
            <a:r>
              <a:rPr lang="en-US" sz="1100" dirty="0">
                <a:latin typeface="Calibri" panose="020F0502020204030204" pitchFamily="34" charset="0"/>
                <a:ea typeface="Calibri" panose="020F0502020204030204" pitchFamily="34" charset="0"/>
                <a:cs typeface="Calibri" panose="020F0502020204030204" pitchFamily="34" charset="0"/>
              </a:rPr>
              <a:t>, as well as International and Domestic Retention Payments (IRP and DRP), ensuring accurate processing and compliance during a period of unprecedented change.</a:t>
            </a:r>
          </a:p>
          <a:p>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100" dirty="0" err="1">
                <a:latin typeface="Calibri" panose="020F0502020204030204" pitchFamily="34" charset="0"/>
                <a:ea typeface="Calibri" panose="020F0502020204030204" pitchFamily="34" charset="0"/>
                <a:cs typeface="Calibri" panose="020F0502020204030204" pitchFamily="34" charset="0"/>
              </a:rPr>
              <a:t>Mivada’s</a:t>
            </a:r>
            <a:r>
              <a:rPr lang="en-US" sz="1100" dirty="0">
                <a:latin typeface="Calibri" panose="020F0502020204030204" pitchFamily="34" charset="0"/>
                <a:ea typeface="Calibri" panose="020F0502020204030204" pitchFamily="34" charset="0"/>
                <a:cs typeface="Calibri" panose="020F0502020204030204" pitchFamily="34" charset="0"/>
              </a:rPr>
              <a:t> deep technical expertise, long-standing partnership, and flexible, value-driven support have enabled the client to maintain and </a:t>
            </a:r>
            <a:r>
              <a:rPr lang="en-US" sz="1100" dirty="0" err="1">
                <a:latin typeface="Calibri" panose="020F0502020204030204" pitchFamily="34" charset="0"/>
                <a:ea typeface="Calibri" panose="020F0502020204030204" pitchFamily="34" charset="0"/>
                <a:cs typeface="Calibri" panose="020F0502020204030204" pitchFamily="34" charset="0"/>
              </a:rPr>
              <a:t>modernise</a:t>
            </a:r>
            <a:r>
              <a:rPr lang="en-US" sz="1100" dirty="0">
                <a:latin typeface="Calibri" panose="020F0502020204030204" pitchFamily="34" charset="0"/>
                <a:ea typeface="Calibri" panose="020F0502020204030204" pitchFamily="34" charset="0"/>
                <a:cs typeface="Calibri" panose="020F0502020204030204" pitchFamily="34" charset="0"/>
              </a:rPr>
              <a:t> their critical payroll systems. We continue to ensure their systems not only meet current operational needs but are also prepared for future regulatory and technological developments.</a:t>
            </a:r>
          </a:p>
          <a:p>
            <a:endParaRPr lang="en-AU" sz="11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think-cell data - do not delete" hidden="1">
            <a:extLst>
              <a:ext uri="{FF2B5EF4-FFF2-40B4-BE49-F238E27FC236}">
                <a16:creationId xmlns:a16="http://schemas.microsoft.com/office/drawing/2014/main" id="{B1E733B4-8684-A1F4-9B87-DA772103D72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B1E733B4-8684-A1F4-9B87-DA772103D72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7F2A4A0-400D-9B88-4B15-DF503126CB2D}"/>
              </a:ext>
            </a:extLst>
          </p:cNvPr>
          <p:cNvSpPr>
            <a:spLocks noGrp="1"/>
          </p:cNvSpPr>
          <p:nvPr>
            <p:ph type="title"/>
          </p:nvPr>
        </p:nvSpPr>
        <p:spPr/>
        <p:txBody>
          <a:bodyPr vert="horz"/>
          <a:lstStyle/>
          <a:p>
            <a:r>
              <a:rPr lang="en-US"/>
              <a:t>Client Case Studies – Professional Services</a:t>
            </a:r>
            <a:endParaRPr lang="en-AU"/>
          </a:p>
        </p:txBody>
      </p:sp>
    </p:spTree>
    <p:extLst>
      <p:ext uri="{BB962C8B-B14F-4D97-AF65-F5344CB8AC3E}">
        <p14:creationId xmlns:p14="http://schemas.microsoft.com/office/powerpoint/2010/main" val="1023949675"/>
      </p:ext>
    </p:extLst>
  </p:cSld>
  <p:clrMapOvr>
    <a:masterClrMapping/>
  </p:clrMapOvr>
  <mc:AlternateContent xmlns:mc="http://schemas.openxmlformats.org/markup-compatibility/2006" xmlns:p14="http://schemas.microsoft.com/office/powerpoint/2010/main">
    <mc:Choice Requires="p14">
      <p:transition spd="slow" p14:dur="2000" advClick="0" advTm="30000"/>
    </mc:Choice>
    <mc:Fallback xmlns="">
      <p:transition spd="slow" advClick="0" advTm="30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A1E5-5503-26C6-8B0E-CFF1D67B048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E608385-BB51-EB79-A8C8-B9BAEAF23A2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2E608385-BB51-EB79-A8C8-B9BAEAF23A2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D102D8E-FDEF-5086-470C-DC4ECF5F97C1}"/>
              </a:ext>
            </a:extLst>
          </p:cNvPr>
          <p:cNvSpPr>
            <a:spLocks noGrp="1"/>
          </p:cNvSpPr>
          <p:nvPr>
            <p:ph type="title"/>
          </p:nvPr>
        </p:nvSpPr>
        <p:spPr/>
        <p:txBody>
          <a:bodyPr vert="horz"/>
          <a:lstStyle/>
          <a:p>
            <a:r>
              <a:rPr lang="en-US"/>
              <a:t>Client Case Studies – Professional Services</a:t>
            </a:r>
            <a:endParaRPr lang="en-AU"/>
          </a:p>
        </p:txBody>
      </p:sp>
      <p:sp>
        <p:nvSpPr>
          <p:cNvPr id="16" name="TextBox 15">
            <a:extLst>
              <a:ext uri="{FF2B5EF4-FFF2-40B4-BE49-F238E27FC236}">
                <a16:creationId xmlns:a16="http://schemas.microsoft.com/office/drawing/2014/main" id="{9DC22DFB-3F5A-FA28-470A-32AC994B52D6}"/>
              </a:ext>
            </a:extLst>
          </p:cNvPr>
          <p:cNvSpPr txBox="1"/>
          <p:nvPr/>
        </p:nvSpPr>
        <p:spPr>
          <a:xfrm>
            <a:off x="384149" y="1407629"/>
            <a:ext cx="11341012" cy="4932069"/>
          </a:xfrm>
          <a:prstGeom prst="rect">
            <a:avLst/>
          </a:prstGeom>
          <a:noFill/>
        </p:spPr>
        <p:txBody>
          <a:bodyPr wrap="square" lIns="72000" tIns="72000" rIns="72000" bIns="72000" rtlCol="0" anchor="t">
            <a:noAutofit/>
          </a:bodyPr>
          <a:lstStyle/>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b="1" i="1" kern="1200" dirty="0">
                <a:solidFill>
                  <a:srgbClr val="EA5454"/>
                </a:solidFill>
                <a:latin typeface="Georgia" panose="02040502050405020303" pitchFamily="18" charset="0"/>
                <a:ea typeface="+mn-ea"/>
                <a:cs typeface="+mn-cs"/>
              </a:rPr>
              <a:t>Aviation Client</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2400" b="1" kern="1200" dirty="0">
                <a:solidFill>
                  <a:srgbClr val="EA5454"/>
                </a:solidFill>
                <a:latin typeface="Georgia" panose="02040502050405020303" pitchFamily="18" charset="0"/>
                <a:ea typeface="+mn-ea"/>
                <a:cs typeface="+mn-cs"/>
              </a:rPr>
              <a:t>Payroll AMS Services</a:t>
            </a:r>
          </a:p>
          <a:p>
            <a:pPr marL="0" marR="0" lvl="0" indent="0" algn="l" defTabSz="914400" rtl="0" eaLnBrk="1" fontAlgn="auto" latinLnBrk="0" hangingPunct="1">
              <a:lnSpc>
                <a:spcPct val="100000"/>
              </a:lnSpc>
              <a:spcBef>
                <a:spcPts val="0"/>
              </a:spcBef>
              <a:spcAft>
                <a:spcPts val="400"/>
              </a:spcAft>
              <a:buClrTx/>
              <a:buSzPct val="80000"/>
              <a:buFontTx/>
              <a:buNone/>
              <a:tabLst/>
              <a:defRPr/>
            </a:pPr>
            <a:endPar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Arial"/>
              <a:sym typeface="Arial"/>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Arial"/>
                <a:sym typeface="Arial"/>
              </a:rPr>
              <a:t>Purpose</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1100" kern="1200" dirty="0">
                <a:solidFill>
                  <a:srgbClr val="071620"/>
                </a:solidFill>
                <a:latin typeface="Inter" panose="020B0604020202020204" charset="0"/>
                <a:ea typeface="Inter" panose="020B0604020202020204" charset="0"/>
              </a:rPr>
              <a:t>To manage a legacy payroll application in a complex and challenging environment, enabling </a:t>
            </a:r>
            <a:r>
              <a:rPr lang="en-AU" sz="1100" kern="1200" dirty="0">
                <a:solidFill>
                  <a:srgbClr val="071620"/>
                </a:solidFill>
                <a:latin typeface="Inter" panose="020B0604020202020204" charset="0"/>
                <a:ea typeface="Inter" panose="020B0604020202020204" charset="0"/>
              </a:rPr>
              <a:t>services to support the organisation by allowing them to focus on their core business activities while ensuring their payroll software application is secure, up-to-date, and performing optimally</a:t>
            </a:r>
            <a:r>
              <a:rPr lang="en-US" sz="1100" kern="1200" dirty="0">
                <a:solidFill>
                  <a:srgbClr val="071620"/>
                </a:solidFill>
                <a:latin typeface="Inter" panose="020B0604020202020204" charset="0"/>
                <a:ea typeface="Inter" panose="020B0604020202020204" charset="0"/>
              </a:rPr>
              <a:t> </a:t>
            </a:r>
          </a:p>
          <a:p>
            <a:pPr marL="0" marR="0" lvl="0" indent="0" algn="l" defTabSz="914400" rtl="0" eaLnBrk="1" fontAlgn="auto" latinLnBrk="0" hangingPunct="1">
              <a:lnSpc>
                <a:spcPct val="100000"/>
              </a:lnSpc>
              <a:spcBef>
                <a:spcPts val="0"/>
              </a:spcBef>
              <a:spcAft>
                <a:spcPts val="400"/>
              </a:spcAft>
              <a:buClrTx/>
              <a:buSzPct val="80000"/>
              <a:buFontTx/>
              <a:buNone/>
              <a:tabLst/>
              <a:defRPr/>
            </a:pPr>
            <a:endParaRPr lang="en-US" sz="1100" kern="1200" dirty="0">
              <a:solidFill>
                <a:srgbClr val="071620"/>
              </a:solidFill>
              <a:latin typeface="Inter" panose="020B0604020202020204" charset="0"/>
              <a:ea typeface="Inter" panose="020B0604020202020204" charset="0"/>
            </a:endParaRPr>
          </a:p>
          <a:p>
            <a:pPr>
              <a:spcAft>
                <a:spcPts val="400"/>
              </a:spcAft>
              <a:buClrTx/>
              <a:buSzPct val="80000"/>
              <a:defRPr/>
            </a:pPr>
            <a:r>
              <a:rPr lang="en-US" sz="1100" kern="1200" dirty="0">
                <a:solidFill>
                  <a:schemeClr val="bg1"/>
                </a:solidFill>
                <a:latin typeface="Inter" panose="020B0604020202020204" charset="0"/>
                <a:ea typeface="Inter" panose="020B0604020202020204" charset="0"/>
              </a:rPr>
              <a:t>Mivada has been the AMS support for more than 10 years and with a team of experts monitoring and providing support to the client as and when needed</a:t>
            </a:r>
          </a:p>
          <a:p>
            <a:pPr>
              <a:spcAft>
                <a:spcPts val="400"/>
              </a:spcAft>
              <a:buClrTx/>
              <a:buSzPct val="80000"/>
              <a:defRPr/>
            </a:pPr>
            <a:endParaRPr lang="en-US" sz="1100" kern="1200" dirty="0">
              <a:solidFill>
                <a:srgbClr val="071620"/>
              </a:solidFill>
              <a:latin typeface="Inter" panose="020B0604020202020204" charset="0"/>
              <a:ea typeface="Inter" panose="020B0604020202020204" charset="0"/>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Arial"/>
                <a:sym typeface="Arial"/>
              </a:rPr>
              <a:t>Our Approach</a:t>
            </a:r>
            <a:endParaRPr kumimoji="0" lang="en-US" sz="1100" b="1" i="0" u="none" strike="noStrike" kern="1200" cap="none" spc="0" normalizeH="0" baseline="0" noProof="0" dirty="0">
              <a:ln>
                <a:noFill/>
              </a:ln>
              <a:solidFill>
                <a:srgbClr val="E33B2C"/>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11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‘adaptive’ application managed services model (DevOps model) </a:t>
            </a:r>
            <a:r>
              <a:rPr lang="en-US" sz="1100" dirty="0">
                <a:latin typeface="Calibri" panose="020F0502020204030204" pitchFamily="34" charset="0"/>
                <a:ea typeface="Calibri" panose="020F0502020204030204" pitchFamily="34" charset="0"/>
                <a:cs typeface="Calibri" panose="020F0502020204030204" pitchFamily="34" charset="0"/>
              </a:rPr>
              <a:t>works </a:t>
            </a:r>
            <a:r>
              <a:rPr lang="en-US" sz="11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ensuring surety of costs, with the right levels of service, knowledge, and continuity without extra administration and incremental costs associated with regular enhancements and change requests.  </a:t>
            </a:r>
          </a:p>
          <a:p>
            <a:pPr marL="0" marR="0" lvl="0" indent="0" algn="l" defTabSz="914400" rtl="0" eaLnBrk="1" fontAlgn="auto" latinLnBrk="0" hangingPunct="1">
              <a:lnSpc>
                <a:spcPct val="100000"/>
              </a:lnSpc>
              <a:spcBef>
                <a:spcPts val="0"/>
              </a:spcBef>
              <a:spcAft>
                <a:spcPts val="400"/>
              </a:spcAft>
              <a:buClrTx/>
              <a:buSzPct val="80000"/>
              <a:buFontTx/>
              <a:buNone/>
              <a:tabLst/>
              <a:defRPr/>
            </a:pPr>
            <a:endParaRPr lang="en-US" sz="11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u="none" strike="noStrike" kern="1200" cap="none" spc="0" normalizeH="0" baseline="0" noProof="0" dirty="0">
                <a:ln>
                  <a:noFill/>
                </a:ln>
                <a:solidFill>
                  <a:srgbClr val="EA5454"/>
                </a:solidFill>
                <a:uLnTx/>
                <a:uFillTx/>
                <a:latin typeface="Calibri" panose="020F0502020204030204" pitchFamily="34" charset="0"/>
                <a:ea typeface="Calibri" panose="020F0502020204030204" pitchFamily="34" charset="0"/>
                <a:cs typeface="Calibri" panose="020F0502020204030204" pitchFamily="34" charset="0"/>
                <a:sym typeface="Arial"/>
              </a:rPr>
              <a:t>How we do it</a:t>
            </a:r>
            <a:endParaRPr kumimoji="0" lang="en-US" sz="1100" b="1" i="0" u="none" strike="noStrike" kern="1200" cap="none" spc="0" normalizeH="0" baseline="0" noProof="0" dirty="0">
              <a:ln>
                <a:noFill/>
              </a:ln>
              <a:solidFill>
                <a:srgbClr val="EA5454"/>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a:p>
            <a:pPr marL="171450" lvl="2" indent="-171450">
              <a:buClr>
                <a:srgbClr val="EA5454"/>
              </a:buClr>
              <a:buSzPct val="100000"/>
              <a:buFont typeface="Wingdings 3" panose="05040102010807070707" pitchFamily="18" charset="2"/>
              <a:buChar char="¬"/>
              <a:defRPr/>
            </a:pPr>
            <a:r>
              <a:rPr lang="en-US" sz="1100" kern="1200" dirty="0">
                <a:solidFill>
                  <a:schemeClr val="bg1"/>
                </a:solidFill>
                <a:latin typeface="Calibri" panose="020F0502020204030204" pitchFamily="34" charset="0"/>
                <a:ea typeface="Calibri" panose="020F0502020204030204" pitchFamily="34" charset="0"/>
                <a:cs typeface="Calibri" panose="020F0502020204030204" pitchFamily="34" charset="0"/>
              </a:rPr>
              <a:t>Moved the organisation’s legacy on premise payroll application to a cloud environment ensuring a smooth transition with minimal disruption to business operations.  </a:t>
            </a:r>
          </a:p>
          <a:p>
            <a:pPr marL="171450" lvl="2" indent="-171450">
              <a:buClr>
                <a:srgbClr val="EA5454"/>
              </a:buClr>
              <a:buSzPct val="100000"/>
              <a:buFont typeface="Wingdings 3" panose="05040102010807070707" pitchFamily="18" charset="2"/>
              <a:buChar char="¬"/>
              <a:defRPr/>
            </a:pPr>
            <a:r>
              <a:rPr lang="en-US" sz="1100" kern="1200" dirty="0">
                <a:solidFill>
                  <a:schemeClr val="bg1"/>
                </a:solidFill>
                <a:latin typeface="Calibri" panose="020F0502020204030204" pitchFamily="34" charset="0"/>
                <a:ea typeface="Calibri" panose="020F0502020204030204" pitchFamily="34" charset="0"/>
                <a:cs typeface="Calibri" panose="020F0502020204030204" pitchFamily="34" charset="0"/>
              </a:rPr>
              <a:t>Provide continuous support and maintenance for the payroll application to ensure it runs smoothly and efficiently. This includes troubleshooting issues, applying security and legislative patches, performing regular upgrades and configuration of new requirements. </a:t>
            </a:r>
          </a:p>
          <a:p>
            <a:pPr marL="171450" lvl="2" indent="-171450">
              <a:buClr>
                <a:srgbClr val="EA5454"/>
              </a:buClr>
              <a:buSzPct val="100000"/>
              <a:buFont typeface="Wingdings 3" panose="05040102010807070707" pitchFamily="18" charset="2"/>
              <a:buChar char="¬"/>
              <a:defRPr/>
            </a:pPr>
            <a:r>
              <a:rPr lang="en-US" sz="1100" kern="1200" dirty="0">
                <a:solidFill>
                  <a:schemeClr val="bg1"/>
                </a:solidFill>
                <a:latin typeface="Calibri" panose="020F0502020204030204" pitchFamily="34" charset="0"/>
                <a:ea typeface="Calibri" panose="020F0502020204030204" pitchFamily="34" charset="0"/>
                <a:cs typeface="Calibri" panose="020F0502020204030204" pitchFamily="34" charset="0"/>
              </a:rPr>
              <a:t>Manage the security of the application, user management, monitor vulnerabilities and protect against cyber threats</a:t>
            </a:r>
          </a:p>
          <a:p>
            <a:pPr lvl="0">
              <a:buClrTx/>
              <a:buSzPct val="80000"/>
              <a:defRPr/>
            </a:pPr>
            <a:endParaRPr kumimoji="0" lang="en-US" sz="1100" b="0" i="0" u="none" strike="noStrike" kern="1200" cap="none" spc="0" normalizeH="0" baseline="0" noProof="0" dirty="0">
              <a:ln>
                <a:noFill/>
              </a:ln>
              <a:solidFill>
                <a:schemeClr val="bg1"/>
              </a:solidFill>
              <a:effectLst/>
              <a:uLnTx/>
              <a:uFillTx/>
              <a:latin typeface="Inter" panose="020B0604020202020204" charset="0"/>
              <a:ea typeface="Inter" panose="020B0604020202020204" charset="0"/>
              <a:cs typeface="Arial"/>
              <a:sym typeface="Arial"/>
            </a:endParaRPr>
          </a:p>
        </p:txBody>
      </p:sp>
      <p:sp>
        <p:nvSpPr>
          <p:cNvPr id="25" name="Rounded Rectangle 10">
            <a:extLst>
              <a:ext uri="{FF2B5EF4-FFF2-40B4-BE49-F238E27FC236}">
                <a16:creationId xmlns:a16="http://schemas.microsoft.com/office/drawing/2014/main" id="{DC75F375-0546-CEB5-74D2-F87F253F5056}"/>
              </a:ext>
            </a:extLst>
          </p:cNvPr>
          <p:cNvSpPr/>
          <p:nvPr/>
        </p:nvSpPr>
        <p:spPr>
          <a:xfrm>
            <a:off x="466839" y="5822858"/>
            <a:ext cx="11039872" cy="516840"/>
          </a:xfrm>
          <a:prstGeom prst="roundRect">
            <a:avLst>
              <a:gd name="adj" fmla="val 50000"/>
            </a:avLst>
          </a:prstGeom>
          <a:solidFill>
            <a:schemeClr val="bg2">
              <a:lumMod val="20000"/>
              <a:lumOff val="80000"/>
            </a:schemeClr>
          </a:solidFill>
          <a:ln>
            <a:solidFill>
              <a:schemeClr val="bg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marL="0" marR="0" lvl="0" indent="0" algn="l" defTabSz="914400" rtl="0" eaLnBrk="1" fontAlgn="auto" latinLnBrk="0" hangingPunct="1">
              <a:lnSpc>
                <a:spcPct val="100000"/>
              </a:lnSpc>
              <a:spcBef>
                <a:spcPts val="0"/>
              </a:spcBef>
              <a:spcAft>
                <a:spcPts val="0"/>
              </a:spcAft>
              <a:buClrTx/>
              <a:buSzPct val="80000"/>
              <a:buFontTx/>
              <a:buNone/>
              <a:tabLst/>
              <a:defRPr/>
            </a:pPr>
            <a:r>
              <a:rPr kumimoji="0" lang="en-US" sz="1100" b="0" i="0" u="none" strike="noStrike" kern="1200" cap="none" spc="0" normalizeH="0" baseline="0" noProof="0" dirty="0">
                <a:ln>
                  <a:noFill/>
                </a:ln>
                <a:solidFill>
                  <a:srgbClr val="071620"/>
                </a:solidFill>
                <a:effectLst/>
                <a:uLnTx/>
                <a:uFillTx/>
                <a:latin typeface="Calibri" panose="020F0502020204030204"/>
                <a:ea typeface="+mn-ea"/>
                <a:cs typeface="+mn-cs"/>
                <a:sym typeface="Arial"/>
              </a:rPr>
              <a:t>Successfully implementing best practice and cost-effective Application Management Services maximizing the clients HR/Payroll investments</a:t>
            </a:r>
          </a:p>
        </p:txBody>
      </p:sp>
      <p:sp>
        <p:nvSpPr>
          <p:cNvPr id="26" name="Rounded Rectangle 13">
            <a:extLst>
              <a:ext uri="{FF2B5EF4-FFF2-40B4-BE49-F238E27FC236}">
                <a16:creationId xmlns:a16="http://schemas.microsoft.com/office/drawing/2014/main" id="{526816F4-C847-196B-C8FB-0E6C09CA8E30}"/>
              </a:ext>
            </a:extLst>
          </p:cNvPr>
          <p:cNvSpPr/>
          <p:nvPr/>
        </p:nvSpPr>
        <p:spPr>
          <a:xfrm>
            <a:off x="543391" y="5880265"/>
            <a:ext cx="834187" cy="40202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lang="en-US" sz="1100" kern="1200" dirty="0">
                <a:solidFill>
                  <a:srgbClr val="FFFFFF"/>
                </a:solidFill>
                <a:latin typeface="Calibri" panose="020F0502020204030204"/>
                <a:ea typeface="Calibri"/>
                <a:cs typeface="Calibri"/>
              </a:rPr>
              <a:t>Outcome</a:t>
            </a:r>
            <a:endParaRPr lang="en-US" sz="1100" b="0" i="0" u="none" strike="noStrike" kern="1200" cap="none" spc="0" normalizeH="0" baseline="0" noProof="0" dirty="0">
              <a:ln>
                <a:noFill/>
              </a:ln>
              <a:solidFill>
                <a:srgbClr val="FFFFFF"/>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1309338461"/>
      </p:ext>
    </p:extLst>
  </p:cSld>
  <p:clrMapOvr>
    <a:masterClrMapping/>
  </p:clrMapOvr>
  <mc:AlternateContent xmlns:mc="http://schemas.openxmlformats.org/markup-compatibility/2006" xmlns:p14="http://schemas.microsoft.com/office/powerpoint/2010/main">
    <mc:Choice Requires="p14">
      <p:transition spd="slow" p14:dur="2000" advClick="0" advTm="30000"/>
    </mc:Choice>
    <mc:Fallback xmlns="">
      <p:transition spd="slow" advClick="0"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13D15-03D5-3D65-E25F-471F4BBB730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EE22D9C-3F08-E16F-D80D-34CF951C2807}"/>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3EE22D9C-3F08-E16F-D80D-34CF951C28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D40D937-BA33-29E0-7D4D-45350CB1EAD5}"/>
              </a:ext>
            </a:extLst>
          </p:cNvPr>
          <p:cNvSpPr>
            <a:spLocks noGrp="1"/>
          </p:cNvSpPr>
          <p:nvPr>
            <p:ph type="title"/>
          </p:nvPr>
        </p:nvSpPr>
        <p:spPr/>
        <p:txBody>
          <a:bodyPr vert="horz"/>
          <a:lstStyle/>
          <a:p>
            <a:r>
              <a:rPr lang="en-US"/>
              <a:t>Client Case Studies – Professional Services</a:t>
            </a:r>
            <a:endParaRPr lang="en-AU"/>
          </a:p>
        </p:txBody>
      </p:sp>
      <p:cxnSp>
        <p:nvCxnSpPr>
          <p:cNvPr id="9" name="Straight Connector 8">
            <a:extLst>
              <a:ext uri="{FF2B5EF4-FFF2-40B4-BE49-F238E27FC236}">
                <a16:creationId xmlns:a16="http://schemas.microsoft.com/office/drawing/2014/main" id="{DA4630A5-FBA9-31F1-614A-2BB240ECB8F6}"/>
              </a:ext>
            </a:extLst>
          </p:cNvPr>
          <p:cNvCxnSpPr>
            <a:cxnSpLocks/>
          </p:cNvCxnSpPr>
          <p:nvPr/>
        </p:nvCxnSpPr>
        <p:spPr>
          <a:xfrm flipV="1">
            <a:off x="6096756" y="1443698"/>
            <a:ext cx="0" cy="48960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D829EEB-C3AF-3654-7779-351F31B6D072}"/>
              </a:ext>
            </a:extLst>
          </p:cNvPr>
          <p:cNvSpPr txBox="1"/>
          <p:nvPr/>
        </p:nvSpPr>
        <p:spPr>
          <a:xfrm>
            <a:off x="384149" y="1407629"/>
            <a:ext cx="5300041" cy="4932069"/>
          </a:xfrm>
          <a:prstGeom prst="rect">
            <a:avLst/>
          </a:prstGeom>
          <a:noFill/>
        </p:spPr>
        <p:txBody>
          <a:bodyPr wrap="square" lIns="72000" tIns="72000" rIns="72000" bIns="72000" rtlCol="0" anchor="t">
            <a:noAutofit/>
          </a:bodyPr>
          <a:lstStyle/>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b="1" i="1" u="none" strike="noStrike" kern="1200" cap="none" spc="0" normalizeH="0" baseline="0" noProof="0" dirty="0">
                <a:ln>
                  <a:noFill/>
                </a:ln>
                <a:solidFill>
                  <a:srgbClr val="EA5454"/>
                </a:solidFill>
                <a:effectLst/>
                <a:uLnTx/>
                <a:uFillTx/>
                <a:latin typeface="Georgia" panose="02040502050405020303" pitchFamily="18" charset="0"/>
                <a:ea typeface="+mn-ea"/>
                <a:cs typeface="+mn-cs"/>
              </a:rPr>
              <a:t>Aviation Client</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800" b="1" i="0" u="none" strike="noStrike" kern="1200" cap="none" spc="0" normalizeH="0" baseline="0" noProof="0" dirty="0">
                <a:ln>
                  <a:noFill/>
                </a:ln>
                <a:solidFill>
                  <a:srgbClr val="EA5454"/>
                </a:solidFill>
                <a:effectLst/>
                <a:uLnTx/>
                <a:uFillTx/>
                <a:latin typeface="Georgia" panose="02040502050405020303" pitchFamily="18" charset="0"/>
                <a:ea typeface="+mn-ea"/>
                <a:cs typeface="+mn-cs"/>
              </a:rPr>
              <a:t>Customer </a:t>
            </a:r>
            <a:r>
              <a:rPr lang="en-US" sz="1800" b="1" kern="1200" dirty="0">
                <a:solidFill>
                  <a:srgbClr val="EA5454"/>
                </a:solidFill>
                <a:latin typeface="Georgia" panose="02040502050405020303" pitchFamily="18" charset="0"/>
                <a:ea typeface="+mn-ea"/>
                <a:cs typeface="+mn-cs"/>
              </a:rPr>
              <a:t>Points Finance Solution</a:t>
            </a:r>
            <a:r>
              <a:rPr kumimoji="0" lang="en-US" sz="1800" b="1" i="0" u="none" strike="noStrike" kern="1200" cap="none" spc="0" normalizeH="0" baseline="0" noProof="0" dirty="0">
                <a:ln>
                  <a:noFill/>
                </a:ln>
                <a:solidFill>
                  <a:srgbClr val="EA5454"/>
                </a:solidFill>
                <a:effectLst/>
                <a:uLnTx/>
                <a:uFillTx/>
                <a:latin typeface="Georgia" panose="02040502050405020303" pitchFamily="18" charset="0"/>
                <a:ea typeface="+mn-ea"/>
                <a:cs typeface="+mn-cs"/>
              </a:rPr>
              <a:t> </a:t>
            </a:r>
          </a:p>
          <a:p>
            <a:pPr marL="0" marR="0" lvl="0" indent="0" algn="l"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highlight>
                <a:srgbClr val="FFFF00"/>
              </a:highlight>
              <a:uLnTx/>
              <a:uFillTx/>
              <a:latin typeface="Inter" panose="020B0604020202020204" charset="0"/>
              <a:ea typeface="Inter" panose="020B0604020202020204" charset="0"/>
              <a:cs typeface="Arial"/>
              <a:sym typeface="Arial"/>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a:ea typeface="Inter" panose="020B0604020202020204" charset="0"/>
                <a:cs typeface="Arial"/>
                <a:sym typeface="Arial"/>
              </a:rPr>
              <a:t>Challenge</a:t>
            </a:r>
            <a:endParaRPr kumimoji="0" lang="en-US" sz="1100" b="0" i="0" u="none" strike="noStrike" kern="1200" cap="none" spc="0" normalizeH="0" baseline="0" noProof="0" dirty="0">
              <a:ln>
                <a:noFill/>
              </a:ln>
              <a:solidFill>
                <a:srgbClr val="071620"/>
              </a:solidFill>
              <a:effectLst/>
              <a:uLnTx/>
              <a:uFillTx/>
              <a:latin typeface="Inter"/>
              <a:ea typeface="Inter" panose="020B0604020202020204" charset="0"/>
              <a:cs typeface="Arial"/>
              <a:sym typeface="Arial"/>
            </a:endParaRPr>
          </a:p>
          <a:p>
            <a:pPr>
              <a:spcAft>
                <a:spcPts val="400"/>
              </a:spcAft>
              <a:defRPr/>
            </a:pPr>
            <a:r>
              <a:rPr lang="en-US" sz="1100" kern="1200" dirty="0">
                <a:solidFill>
                  <a:srgbClr val="071620"/>
                </a:solidFill>
                <a:latin typeface="Inter"/>
              </a:rPr>
              <a:t>Client launched a new points flight redemption product. This was a blend of the current redemption product and a Commercial flight booking. Given the hybrid nature of the product, there were multiple gaps in reporting, where if a combined booking was made with a Commercial segment, the current reporting could not differentiate between the two, hence could not financially account and report on the products correctly. GST was also a gap due to way the fares are filed. </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0" i="0" u="none" strike="noStrike" kern="1200" cap="none" spc="0" normalizeH="0" baseline="0" noProof="0" dirty="0">
                <a:ln>
                  <a:noFill/>
                </a:ln>
                <a:solidFill>
                  <a:srgbClr val="071620"/>
                </a:solidFill>
                <a:effectLst/>
                <a:uLnTx/>
                <a:uFillTx/>
                <a:latin typeface="Inter"/>
                <a:ea typeface="Inter" panose="020B0604020202020204" charset="0"/>
                <a:cs typeface="Arial"/>
                <a:sym typeface="Arial"/>
              </a:rPr>
              <a:t> </a:t>
            </a:r>
            <a:endParaRPr lang="en-US" sz="1100" b="0" i="0" u="none" strike="noStrike" kern="1200" cap="none" spc="0" normalizeH="0" baseline="0" noProof="0" dirty="0">
              <a:ln>
                <a:noFill/>
              </a:ln>
              <a:solidFill>
                <a:srgbClr val="071620"/>
              </a:solidFill>
              <a:effectLst/>
              <a:uLnTx/>
              <a:uFillTx/>
              <a:latin typeface="Inter"/>
              <a:ea typeface="Inter" panose="020B0604020202020204" charset="0"/>
              <a:cs typeface="Arial"/>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a:ea typeface="Inter" panose="020B0604020202020204" charset="0"/>
                <a:cs typeface="Arial"/>
                <a:sym typeface="Arial"/>
              </a:rPr>
              <a:t>Our Approach</a:t>
            </a:r>
            <a:endParaRPr lang="en-US" sz="1100" b="0" i="0" u="none" strike="noStrike" kern="1200" cap="none" spc="0" normalizeH="0" baseline="0" noProof="0" dirty="0">
              <a:ln>
                <a:noFill/>
              </a:ln>
              <a:solidFill>
                <a:srgbClr val="071620"/>
              </a:solidFill>
              <a:effectLst/>
              <a:uLnTx/>
              <a:uFillTx/>
              <a:latin typeface="Inter"/>
              <a:ea typeface="Inter" panose="020B0604020202020204" charset="0"/>
              <a:cs typeface="Arial"/>
            </a:endParaRPr>
          </a:p>
          <a:p>
            <a:pPr>
              <a:spcAft>
                <a:spcPts val="400"/>
              </a:spcAft>
              <a:buClrTx/>
              <a:buSzPct val="80000"/>
              <a:defRPr/>
            </a:pPr>
            <a:r>
              <a:rPr lang="en-US" sz="1100" kern="1200" dirty="0">
                <a:solidFill>
                  <a:srgbClr val="071620"/>
                </a:solidFill>
                <a:latin typeface="Inter"/>
                <a:ea typeface="Inter" panose="020B0604020202020204" charset="0"/>
              </a:rPr>
              <a:t>Working with the solution architect, an initial discovery was performed on the current AS-IS reporting data flow, from the booking data, to the revenue and points accounting systems and where data were stored. </a:t>
            </a:r>
          </a:p>
          <a:p>
            <a:pPr>
              <a:spcAft>
                <a:spcPts val="400"/>
              </a:spcAft>
              <a:buClrTx/>
              <a:defRPr/>
            </a:pPr>
            <a:r>
              <a:rPr lang="en-US" sz="1100" kern="1200" dirty="0">
                <a:solidFill>
                  <a:srgbClr val="071620"/>
                </a:solidFill>
                <a:latin typeface="Inter"/>
                <a:ea typeface="Inter" panose="020B0604020202020204" charset="0"/>
              </a:rPr>
              <a:t>From this discovery, we determined that based on certain data points, we could back solve the amounts and points in order to differentiate it from a Commercial booking. Reporting was then designed, developed and deployed as an interim solution to aid in the month end accounting process to split products and manually calculate the GST if applicable. </a:t>
            </a:r>
          </a:p>
        </p:txBody>
      </p:sp>
      <p:sp>
        <p:nvSpPr>
          <p:cNvPr id="18" name="TextBox 17">
            <a:extLst>
              <a:ext uri="{FF2B5EF4-FFF2-40B4-BE49-F238E27FC236}">
                <a16:creationId xmlns:a16="http://schemas.microsoft.com/office/drawing/2014/main" id="{47D696A0-3C2A-4A1B-9EDA-155EDF89B52D}"/>
              </a:ext>
            </a:extLst>
          </p:cNvPr>
          <p:cNvSpPr txBox="1"/>
          <p:nvPr/>
        </p:nvSpPr>
        <p:spPr>
          <a:xfrm>
            <a:off x="6505587" y="1407629"/>
            <a:ext cx="5289488" cy="4896000"/>
          </a:xfrm>
          <a:prstGeom prst="rect">
            <a:avLst/>
          </a:prstGeom>
          <a:noFill/>
        </p:spPr>
        <p:txBody>
          <a:bodyPr wrap="square" lIns="72000" tIns="72000" rIns="72000" bIns="72000" rtlCol="0" anchor="t">
            <a:noAutofit/>
          </a:bodyPr>
          <a:lstStyle/>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b="1" i="1" kern="1200" dirty="0">
                <a:solidFill>
                  <a:srgbClr val="EA5454"/>
                </a:solidFill>
                <a:latin typeface="Georgia" panose="02040502050405020303" pitchFamily="18" charset="0"/>
                <a:ea typeface="+mn-ea"/>
                <a:cs typeface="+mn-cs"/>
              </a:rPr>
              <a:t>Retail Food Services Client</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1800" b="1" kern="1200" dirty="0">
                <a:solidFill>
                  <a:srgbClr val="EA5454"/>
                </a:solidFill>
                <a:latin typeface="Georgia" panose="02040502050405020303" pitchFamily="18" charset="0"/>
                <a:ea typeface="+mn-ea"/>
                <a:cs typeface="+mn-cs"/>
              </a:rPr>
              <a:t>Payroll AMS Services</a:t>
            </a:r>
          </a:p>
          <a:p>
            <a:pPr marL="0" marR="0" lvl="0" indent="0" algn="l" defTabSz="914400" rtl="0" eaLnBrk="1" fontAlgn="auto" latinLnBrk="0" hangingPunct="1">
              <a:lnSpc>
                <a:spcPct val="100000"/>
              </a:lnSpc>
              <a:spcBef>
                <a:spcPts val="0"/>
              </a:spcBef>
              <a:spcAft>
                <a:spcPts val="400"/>
              </a:spcAft>
              <a:buClrTx/>
              <a:buSzPct val="80000"/>
              <a:buFontTx/>
              <a:buNone/>
              <a:tabLst/>
              <a:defRPr/>
            </a:pPr>
            <a:endParaRPr kumimoji="0" lang="en-US" sz="1200" b="0" i="0" u="none" strike="noStrike" kern="1200" cap="none" spc="0" normalizeH="0" baseline="0" noProof="0" dirty="0">
              <a:ln>
                <a:noFill/>
              </a:ln>
              <a:solidFill>
                <a:srgbClr val="071620"/>
              </a:solidFill>
              <a:effectLst/>
              <a:highlight>
                <a:srgbClr val="FFFF00"/>
              </a:highlight>
              <a:uLnTx/>
              <a:uFillTx/>
              <a:latin typeface="Inter" panose="020B0604020202020204" charset="0"/>
              <a:ea typeface="Inter" panose="020B0604020202020204" charset="0"/>
              <a:cs typeface="Arial"/>
              <a:sym typeface="Arial"/>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highlight>
                  <a:srgbClr val="FFFF00"/>
                </a:highlight>
                <a:uLnTx/>
                <a:uFillTx/>
                <a:latin typeface="Inter" panose="020B0604020202020204" charset="0"/>
                <a:ea typeface="Inter" panose="020B0604020202020204" charset="0"/>
                <a:cs typeface="Arial"/>
                <a:sym typeface="Arial"/>
              </a:rPr>
              <a:t>Challenge</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1100" kern="1200" dirty="0">
                <a:solidFill>
                  <a:srgbClr val="071620"/>
                </a:solidFill>
                <a:highlight>
                  <a:srgbClr val="FFFF00"/>
                </a:highlight>
                <a:latin typeface="Inter" panose="020B0604020202020204" charset="0"/>
                <a:ea typeface="Inter" panose="020B0604020202020204" charset="0"/>
              </a:rPr>
              <a:t>Employees often receive multiple staff numbers, and/or transitioning from contingent to permanent roles, requiring their learning histories to be transferred to their new profiles—a process not automatically handled by existing systems.</a:t>
            </a:r>
          </a:p>
          <a:p>
            <a:pPr marL="0" marR="0" lvl="0" indent="0" algn="l" defTabSz="914400" rtl="0" eaLnBrk="1" fontAlgn="auto" latinLnBrk="0" hangingPunct="1">
              <a:lnSpc>
                <a:spcPct val="100000"/>
              </a:lnSpc>
              <a:spcBef>
                <a:spcPts val="0"/>
              </a:spcBef>
              <a:spcAft>
                <a:spcPts val="400"/>
              </a:spcAft>
              <a:buClrTx/>
              <a:buSzPct val="80000"/>
              <a:buFontTx/>
              <a:buNone/>
              <a:tabLst/>
              <a:defRPr/>
            </a:pPr>
            <a:endParaRPr lang="en-US" sz="1100" kern="1200" dirty="0">
              <a:solidFill>
                <a:srgbClr val="071620"/>
              </a:solidFill>
              <a:highlight>
                <a:srgbClr val="FFFF00"/>
              </a:highlight>
              <a:latin typeface="Inter" panose="020B0604020202020204" charset="0"/>
              <a:ea typeface="Inter" panose="020B0604020202020204" charset="0"/>
            </a:endParaRP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highlight>
                  <a:srgbClr val="FFFF00"/>
                </a:highlight>
                <a:uLnTx/>
                <a:uFillTx/>
                <a:latin typeface="Inter" panose="020B0604020202020204" charset="0"/>
                <a:ea typeface="Inter" panose="020B0604020202020204" charset="0"/>
                <a:cs typeface="Arial"/>
                <a:sym typeface="Arial"/>
              </a:rPr>
              <a:t>Our Approach</a:t>
            </a:r>
            <a:r>
              <a:rPr kumimoji="0" lang="en-US" sz="1100" b="0" i="0" u="none" strike="noStrike" kern="1200" cap="none" spc="0" normalizeH="0" baseline="0" noProof="0" dirty="0">
                <a:ln>
                  <a:noFill/>
                </a:ln>
                <a:solidFill>
                  <a:srgbClr val="071620"/>
                </a:solidFill>
                <a:effectLst/>
                <a:highlight>
                  <a:srgbClr val="FFFF00"/>
                </a:highlight>
                <a:uLnTx/>
                <a:uFillTx/>
                <a:latin typeface="Inter" panose="020B0604020202020204" charset="0"/>
                <a:ea typeface="Inter" panose="020B0604020202020204" charset="0"/>
                <a:cs typeface="Arial"/>
                <a:sym typeface="Arial"/>
              </a:rPr>
              <a:t>:  </a:t>
            </a:r>
          </a:p>
          <a:p>
            <a:pPr>
              <a:spcAft>
                <a:spcPts val="400"/>
              </a:spcAft>
              <a:buClrTx/>
              <a:buSzPct val="80000"/>
              <a:defRPr/>
            </a:pPr>
            <a:r>
              <a:rPr lang="en-US" sz="1100" kern="1200" dirty="0">
                <a:solidFill>
                  <a:srgbClr val="071620"/>
                </a:solidFill>
                <a:highlight>
                  <a:srgbClr val="FFFF00"/>
                </a:highlight>
                <a:latin typeface="Inter" panose="020B0604020202020204" charset="0"/>
                <a:ea typeface="Inter" panose="020B0604020202020204" charset="0"/>
              </a:rPr>
              <a:t>Summary of what we did and what roles we played</a:t>
            </a:r>
          </a:p>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100" b="0" i="0" u="none" strike="noStrike" kern="1200" cap="none" spc="0" normalizeH="0" baseline="0" noProof="0" dirty="0">
                <a:ln>
                  <a:noFill/>
                </a:ln>
                <a:solidFill>
                  <a:srgbClr val="071620"/>
                </a:solidFill>
                <a:effectLst/>
                <a:highlight>
                  <a:srgbClr val="FFFF00"/>
                </a:highlight>
                <a:uLnTx/>
                <a:uFillTx/>
                <a:latin typeface="Inter" panose="020B0604020202020204" charset="0"/>
                <a:ea typeface="Inter" panose="020B0604020202020204" charset="0"/>
                <a:cs typeface="Arial"/>
                <a:sym typeface="Arial"/>
              </a:rPr>
              <a:t>We developed a system that generates custom reports to retrieve learning histories over specified date ranges. This integration then utilizes the 'Put Learning Enrollment' function to transfer these records to the new staff numbers, ensuring continuity in learning management.</a:t>
            </a:r>
            <a:endParaRPr kumimoji="0" lang="en-US" sz="1100" b="1" i="0" u="none" strike="noStrike" kern="1200" cap="none" spc="0" normalizeH="0" baseline="0" noProof="0" dirty="0">
              <a:ln>
                <a:noFill/>
              </a:ln>
              <a:solidFill>
                <a:srgbClr val="E33B2C"/>
              </a:solidFill>
              <a:effectLst/>
              <a:highlight>
                <a:srgbClr val="FFFF00"/>
              </a:highlight>
              <a:uLnTx/>
              <a:uFillTx/>
              <a:latin typeface="Inter" panose="020B0604020202020204" charset="0"/>
              <a:ea typeface="Inter" panose="020B0604020202020204" charset="0"/>
              <a:cs typeface="Arial"/>
              <a:sym typeface="Arial"/>
            </a:endParaRPr>
          </a:p>
          <a:p>
            <a:pPr marL="0" marR="0" lvl="0" indent="0" algn="l" defTabSz="914400" rtl="0" eaLnBrk="1" fontAlgn="auto" latinLnBrk="0" hangingPunct="1">
              <a:lnSpc>
                <a:spcPct val="100000"/>
              </a:lnSpc>
              <a:spcBef>
                <a:spcPts val="0"/>
              </a:spcBef>
              <a:spcAft>
                <a:spcPts val="0"/>
              </a:spcAft>
              <a:buClrTx/>
              <a:buSzPct val="80000"/>
              <a:buFontTx/>
              <a:buNone/>
              <a:tabLst/>
              <a:defRPr/>
            </a:pPr>
            <a:endParaRPr kumimoji="0" lang="en-US" sz="1100" b="1" i="0" u="none" strike="noStrike" kern="1200" cap="none" spc="0" normalizeH="0" baseline="0" noProof="0" dirty="0">
              <a:ln>
                <a:noFill/>
              </a:ln>
              <a:solidFill>
                <a:srgbClr val="E33B2C"/>
              </a:solidFill>
              <a:effectLst/>
              <a:highlight>
                <a:srgbClr val="FFFF00"/>
              </a:highlight>
              <a:uLnTx/>
              <a:uFillTx/>
              <a:latin typeface="Inter" panose="020B0604020202020204" charset="0"/>
              <a:ea typeface="Inter" panose="020B0604020202020204" charset="0"/>
              <a:cs typeface="Arial"/>
              <a:sym typeface="Arial"/>
            </a:endParaRPr>
          </a:p>
          <a:p>
            <a:pPr marL="0" marR="0" lvl="0" indent="0" algn="l" defTabSz="914400" rtl="0" eaLnBrk="1" fontAlgn="auto" latinLnBrk="0" hangingPunct="1">
              <a:lnSpc>
                <a:spcPct val="100000"/>
              </a:lnSpc>
              <a:spcBef>
                <a:spcPts val="0"/>
              </a:spcBef>
              <a:spcAft>
                <a:spcPts val="0"/>
              </a:spcAft>
              <a:buClrTx/>
              <a:buSzPct val="80000"/>
              <a:buFontTx/>
              <a:buNone/>
              <a:tabLst/>
              <a:defRPr/>
            </a:pPr>
            <a:r>
              <a:rPr kumimoji="0" lang="en-US" sz="1100" b="1" i="0" u="none" strike="noStrike" kern="1200" cap="none" spc="0" normalizeH="0" baseline="0" noProof="0" dirty="0">
                <a:ln>
                  <a:noFill/>
                </a:ln>
                <a:solidFill>
                  <a:srgbClr val="E33B2C"/>
                </a:solidFill>
                <a:effectLst/>
                <a:highlight>
                  <a:srgbClr val="FFFF00"/>
                </a:highlight>
                <a:uLnTx/>
                <a:uFillTx/>
                <a:latin typeface="Inter" panose="020B0604020202020204" charset="0"/>
                <a:ea typeface="Inter" panose="020B0604020202020204" charset="0"/>
                <a:cs typeface="Arial"/>
                <a:sym typeface="Arial"/>
              </a:rPr>
              <a:t>Outcome</a:t>
            </a:r>
            <a:r>
              <a:rPr kumimoji="0" lang="en-US" sz="1100" b="0" i="0" u="none" strike="noStrike" kern="1200" cap="none" spc="0" normalizeH="0" baseline="0" noProof="0" dirty="0">
                <a:ln>
                  <a:noFill/>
                </a:ln>
                <a:solidFill>
                  <a:srgbClr val="071620"/>
                </a:solidFill>
                <a:effectLst/>
                <a:highlight>
                  <a:srgbClr val="FFFF00"/>
                </a:highlight>
                <a:uLnTx/>
                <a:uFillTx/>
                <a:latin typeface="Inter" panose="020B0604020202020204" charset="0"/>
                <a:ea typeface="Inter" panose="020B0604020202020204" charset="0"/>
                <a:cs typeface="Arial"/>
                <a:sym typeface="Arial"/>
              </a:rPr>
              <a:t>: (what did our participation accomplish)</a:t>
            </a:r>
          </a:p>
          <a:p>
            <a:pPr marL="0" marR="0" lvl="0" indent="0" algn="l" defTabSz="914400" rtl="0" eaLnBrk="1" fontAlgn="auto" latinLnBrk="0" hangingPunct="1">
              <a:lnSpc>
                <a:spcPct val="100000"/>
              </a:lnSpc>
              <a:spcBef>
                <a:spcPts val="0"/>
              </a:spcBef>
              <a:spcAft>
                <a:spcPts val="0"/>
              </a:spcAft>
              <a:buClrTx/>
              <a:buSzPct val="80000"/>
              <a:buFontTx/>
              <a:buNone/>
              <a:tabLst/>
              <a:defRPr/>
            </a:pPr>
            <a:endParaRPr kumimoji="0" lang="en-US" sz="1200" b="0" i="0" u="none" strike="noStrike" kern="1200" cap="none" spc="0" normalizeH="0" baseline="0" noProof="0" dirty="0">
              <a:ln>
                <a:noFill/>
              </a:ln>
              <a:solidFill>
                <a:srgbClr val="071620"/>
              </a:solidFill>
              <a:effectLst/>
              <a:highlight>
                <a:srgbClr val="FFFF00"/>
              </a:highlight>
              <a:uLnTx/>
              <a:uFillTx/>
              <a:latin typeface="Calibri" panose="020F0502020204030204"/>
              <a:ea typeface="+mn-ea"/>
              <a:cs typeface="Arial"/>
              <a:sym typeface="Arial"/>
            </a:endParaRPr>
          </a:p>
        </p:txBody>
      </p:sp>
      <p:sp>
        <p:nvSpPr>
          <p:cNvPr id="15" name="Rounded Rectangle 9">
            <a:extLst>
              <a:ext uri="{FF2B5EF4-FFF2-40B4-BE49-F238E27FC236}">
                <a16:creationId xmlns:a16="http://schemas.microsoft.com/office/drawing/2014/main" id="{C6FE1F59-FA86-510F-0E65-FBF263DD7CC5}"/>
              </a:ext>
            </a:extLst>
          </p:cNvPr>
          <p:cNvSpPr/>
          <p:nvPr/>
        </p:nvSpPr>
        <p:spPr>
          <a:xfrm>
            <a:off x="6505587" y="5058721"/>
            <a:ext cx="5256781" cy="539261"/>
          </a:xfrm>
          <a:prstGeom prst="roundRect">
            <a:avLst>
              <a:gd name="adj" fmla="val 50000"/>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marL="0" marR="0" lvl="0" indent="0" algn="l" defTabSz="914400" rtl="0" eaLnBrk="1" fontAlgn="auto" latinLnBrk="0" hangingPunct="1">
              <a:lnSpc>
                <a:spcPct val="100000"/>
              </a:lnSpc>
              <a:spcBef>
                <a:spcPts val="0"/>
              </a:spcBef>
              <a:spcAft>
                <a:spcPts val="0"/>
              </a:spcAft>
              <a:buClrTx/>
              <a:buSzPct val="80000"/>
              <a:buFontTx/>
              <a:buNone/>
              <a:tabLst/>
              <a:defRPr/>
            </a:pPr>
            <a:r>
              <a:rPr kumimoji="0" lang="en-US" sz="1200" b="0" i="0" u="none" strike="noStrike" kern="1200" cap="none" spc="0" normalizeH="0" baseline="0" noProof="0">
                <a:ln>
                  <a:noFill/>
                </a:ln>
                <a:solidFill>
                  <a:srgbClr val="071620"/>
                </a:solidFill>
                <a:effectLst/>
                <a:highlight>
                  <a:srgbClr val="FFFF00"/>
                </a:highlight>
                <a:uLnTx/>
                <a:uFillTx/>
                <a:latin typeface="Calibri" panose="020F0502020204030204"/>
                <a:ea typeface="+mn-ea"/>
                <a:cs typeface="+mn-cs"/>
                <a:sym typeface="Arial"/>
              </a:rPr>
              <a:t>Compliance in maintaining learning history</a:t>
            </a:r>
          </a:p>
        </p:txBody>
      </p:sp>
      <p:sp>
        <p:nvSpPr>
          <p:cNvPr id="17" name="Rounded Rectangle 12">
            <a:extLst>
              <a:ext uri="{FF2B5EF4-FFF2-40B4-BE49-F238E27FC236}">
                <a16:creationId xmlns:a16="http://schemas.microsoft.com/office/drawing/2014/main" id="{AF2F610B-4397-F485-BDDE-C1A576B3ACB5}"/>
              </a:ext>
            </a:extLst>
          </p:cNvPr>
          <p:cNvSpPr/>
          <p:nvPr/>
        </p:nvSpPr>
        <p:spPr>
          <a:xfrm>
            <a:off x="6614809" y="5127338"/>
            <a:ext cx="683529" cy="40202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kumimoji="0" lang="en-US" b="0" i="0" u="none" strike="noStrike" kern="1200" cap="none" spc="0" normalizeH="0" baseline="0" noProof="0">
                <a:ln>
                  <a:noFill/>
                </a:ln>
                <a:solidFill>
                  <a:srgbClr val="FFFFFF"/>
                </a:solidFill>
                <a:effectLst/>
                <a:uLnTx/>
                <a:uFillTx/>
                <a:latin typeface="Calibri" panose="020F0502020204030204"/>
                <a:ea typeface="+mn-ea"/>
                <a:cs typeface="+mn-cs"/>
                <a:sym typeface="Arial"/>
              </a:rPr>
              <a:t>100%</a:t>
            </a:r>
          </a:p>
        </p:txBody>
      </p:sp>
      <p:sp>
        <p:nvSpPr>
          <p:cNvPr id="25" name="Rounded Rectangle 10">
            <a:extLst>
              <a:ext uri="{FF2B5EF4-FFF2-40B4-BE49-F238E27FC236}">
                <a16:creationId xmlns:a16="http://schemas.microsoft.com/office/drawing/2014/main" id="{28687D03-EDAD-B7E4-40C2-C93050243BF4}"/>
              </a:ext>
            </a:extLst>
          </p:cNvPr>
          <p:cNvSpPr/>
          <p:nvPr/>
        </p:nvSpPr>
        <p:spPr>
          <a:xfrm>
            <a:off x="428921" y="5633202"/>
            <a:ext cx="5256779" cy="516840"/>
          </a:xfrm>
          <a:prstGeom prst="roundRect">
            <a:avLst>
              <a:gd name="adj" fmla="val 50000"/>
            </a:avLst>
          </a:prstGeom>
          <a:solidFill>
            <a:schemeClr val="bg2">
              <a:lumMod val="20000"/>
              <a:lumOff val="80000"/>
            </a:schemeClr>
          </a:solidFill>
          <a:ln>
            <a:solidFill>
              <a:schemeClr val="bg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a:defRPr/>
            </a:pPr>
            <a:r>
              <a:rPr lang="en-US" sz="1200" kern="1200" dirty="0">
                <a:solidFill>
                  <a:srgbClr val="071620"/>
                </a:solidFill>
                <a:latin typeface="Calibri"/>
                <a:ea typeface="Calibri"/>
                <a:cs typeface="Calibri"/>
              </a:rPr>
              <a:t>Compliance with internal accounting and reporting policies and external taxation legislation</a:t>
            </a:r>
          </a:p>
        </p:txBody>
      </p:sp>
      <p:sp>
        <p:nvSpPr>
          <p:cNvPr id="26" name="Rounded Rectangle 13">
            <a:extLst>
              <a:ext uri="{FF2B5EF4-FFF2-40B4-BE49-F238E27FC236}">
                <a16:creationId xmlns:a16="http://schemas.microsoft.com/office/drawing/2014/main" id="{5F95E647-0011-B570-5E9D-7BD1F2B433E7}"/>
              </a:ext>
            </a:extLst>
          </p:cNvPr>
          <p:cNvSpPr/>
          <p:nvPr/>
        </p:nvSpPr>
        <p:spPr>
          <a:xfrm>
            <a:off x="511611" y="5695751"/>
            <a:ext cx="829528" cy="40202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lang="en-US" sz="1100" kern="1200" dirty="0">
                <a:solidFill>
                  <a:srgbClr val="FFFFFF"/>
                </a:solidFill>
                <a:latin typeface="Calibri" panose="020F0502020204030204"/>
                <a:ea typeface="Calibri"/>
                <a:cs typeface="Calibri"/>
              </a:rPr>
              <a:t>Outcome</a:t>
            </a:r>
            <a:endParaRPr lang="en-US" sz="1100" b="0" i="0" u="none" strike="noStrike" kern="1200" cap="none" spc="0" normalizeH="0" baseline="0" noProof="0" dirty="0">
              <a:ln>
                <a:noFill/>
              </a:ln>
              <a:solidFill>
                <a:srgbClr val="FFFFFF"/>
              </a:solidFill>
              <a:effectLst/>
              <a:uLnTx/>
              <a:uFillTx/>
              <a:latin typeface="Calibri" panose="020F0502020204030204"/>
              <a:ea typeface="Calibri" panose="020F0502020204030204"/>
              <a:cs typeface="Calibri" panose="020F0502020204030204"/>
            </a:endParaRPr>
          </a:p>
        </p:txBody>
      </p:sp>
      <p:sp>
        <p:nvSpPr>
          <p:cNvPr id="6" name="Rounded Rectangle 9">
            <a:extLst>
              <a:ext uri="{FF2B5EF4-FFF2-40B4-BE49-F238E27FC236}">
                <a16:creationId xmlns:a16="http://schemas.microsoft.com/office/drawing/2014/main" id="{2D23C64C-7A55-CF57-5291-F5BDC357DD40}"/>
              </a:ext>
            </a:extLst>
          </p:cNvPr>
          <p:cNvSpPr/>
          <p:nvPr/>
        </p:nvSpPr>
        <p:spPr>
          <a:xfrm>
            <a:off x="6505587" y="5652938"/>
            <a:ext cx="5256781" cy="539261"/>
          </a:xfrm>
          <a:prstGeom prst="roundRect">
            <a:avLst>
              <a:gd name="adj" fmla="val 50000"/>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72000" rIns="72000" bIns="72000" rtlCol="0" anchor="ctr"/>
          <a:lstStyle/>
          <a:p>
            <a:pPr marR="0" lvl="0" algn="l" defTabSz="914400" rtl="0" eaLnBrk="1" fontAlgn="auto" latinLnBrk="0" hangingPunct="1">
              <a:lnSpc>
                <a:spcPct val="100000"/>
              </a:lnSpc>
              <a:spcBef>
                <a:spcPts val="0"/>
              </a:spcBef>
              <a:spcAft>
                <a:spcPts val="0"/>
              </a:spcAft>
              <a:buClrTx/>
              <a:buSzPct val="80000"/>
              <a:buFontTx/>
              <a:buNone/>
              <a:tabLst/>
              <a:defRPr/>
            </a:pPr>
            <a:r>
              <a:rPr kumimoji="0" lang="en-US" sz="1200" b="0" i="0" u="none" strike="noStrike" kern="1200" cap="none" spc="0" normalizeH="0" baseline="0" noProof="0" dirty="0">
                <a:ln>
                  <a:noFill/>
                </a:ln>
                <a:solidFill>
                  <a:srgbClr val="071620"/>
                </a:solidFill>
                <a:effectLst/>
                <a:highlight>
                  <a:srgbClr val="FFFF00"/>
                </a:highlight>
                <a:uLnTx/>
                <a:uFillTx/>
                <a:latin typeface="Calibri" panose="020F0502020204030204"/>
                <a:ea typeface="+mn-ea"/>
                <a:cs typeface="+mn-cs"/>
                <a:sym typeface="Arial"/>
              </a:rPr>
              <a:t>Reduced administrative overheads and uninterrupted access to learning histories to support ongoing development and compliance</a:t>
            </a:r>
          </a:p>
        </p:txBody>
      </p:sp>
    </p:spTree>
    <p:extLst>
      <p:ext uri="{BB962C8B-B14F-4D97-AF65-F5344CB8AC3E}">
        <p14:creationId xmlns:p14="http://schemas.microsoft.com/office/powerpoint/2010/main" val="1434962950"/>
      </p:ext>
    </p:extLst>
  </p:cSld>
  <p:clrMapOvr>
    <a:masterClrMapping/>
  </p:clrMapOvr>
  <mc:AlternateContent xmlns:mc="http://schemas.openxmlformats.org/markup-compatibility/2006" xmlns:p14="http://schemas.microsoft.com/office/powerpoint/2010/main">
    <mc:Choice Requires="p14">
      <p:transition spd="slow" p14:dur="2000" advClick="0" advTm="30000"/>
    </mc:Choice>
    <mc:Fallback xmlns="">
      <p:transition spd="slow" advClick="0" advTm="30000"/>
    </mc:Fallback>
  </mc:AlternateContent>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0DF067B7-4E65-F5F4-E972-5A4074996D4C}"/>
            </a:ext>
          </a:extLst>
        </p:cNvPr>
        <p:cNvGrpSpPr/>
        <p:nvPr/>
      </p:nvGrpSpPr>
      <p:grpSpPr>
        <a:xfrm>
          <a:off x="0" y="0"/>
          <a:ext cx="0" cy="0"/>
          <a:chOff x="0" y="0"/>
          <a:chExt cx="0" cy="0"/>
        </a:xfrm>
      </p:grpSpPr>
      <p:sp>
        <p:nvSpPr>
          <p:cNvPr id="259" name="Google Shape;259;p6">
            <a:extLst>
              <a:ext uri="{FF2B5EF4-FFF2-40B4-BE49-F238E27FC236}">
                <a16:creationId xmlns:a16="http://schemas.microsoft.com/office/drawing/2014/main" id="{BB386E6A-00C0-02CA-31ED-02BC1EC34009}"/>
              </a:ext>
            </a:extLst>
          </p:cNvPr>
          <p:cNvSpPr txBox="1">
            <a:spLocks noGrp="1"/>
          </p:cNvSpPr>
          <p:nvPr>
            <p:ph type="sldNum" idx="12"/>
          </p:nvPr>
        </p:nvSpPr>
        <p:spPr>
          <a:xfrm>
            <a:off x="11735300" y="6616906"/>
            <a:ext cx="127001" cy="139701"/>
          </a:xfrm>
          <a:prstGeom prst="rect">
            <a:avLst/>
          </a:prstGeom>
          <a:noFill/>
          <a:ln>
            <a:noFill/>
          </a:ln>
        </p:spPr>
        <p:txBody>
          <a:bodyPr spcFirstLastPara="1" wrap="square" lIns="0" tIns="0" rIns="0" bIns="0" anchor="ctr" anchorCtr="0">
            <a:spAutoFit/>
          </a:bodyPr>
          <a:lstStyle/>
          <a:p>
            <a:pPr marL="0" lvl="0" indent="0" algn="r" rtl="0">
              <a:lnSpc>
                <a:spcPct val="100000"/>
              </a:lnSpc>
              <a:spcBef>
                <a:spcPts val="0"/>
              </a:spcBef>
              <a:spcAft>
                <a:spcPts val="0"/>
              </a:spcAft>
              <a:buClr>
                <a:srgbClr val="EE8980"/>
              </a:buClr>
              <a:buSzPts val="900"/>
              <a:buFont typeface="Calibri"/>
              <a:buNone/>
            </a:pPr>
            <a:fld id="{00000000-1234-1234-1234-123412341234}" type="slidenum">
              <a:rPr lang="en-US"/>
              <a:t>5</a:t>
            </a:fld>
            <a:endParaRPr/>
          </a:p>
        </p:txBody>
      </p:sp>
      <p:sp>
        <p:nvSpPr>
          <p:cNvPr id="260" name="Google Shape;260;p6">
            <a:extLst>
              <a:ext uri="{FF2B5EF4-FFF2-40B4-BE49-F238E27FC236}">
                <a16:creationId xmlns:a16="http://schemas.microsoft.com/office/drawing/2014/main" id="{C5961140-882C-6CD3-EA72-31127768EF66}"/>
              </a:ext>
            </a:extLst>
          </p:cNvPr>
          <p:cNvSpPr txBox="1">
            <a:spLocks noGrp="1"/>
          </p:cNvSpPr>
          <p:nvPr>
            <p:ph type="title"/>
          </p:nvPr>
        </p:nvSpPr>
        <p:spPr>
          <a:xfrm>
            <a:off x="334961" y="234000"/>
            <a:ext cx="10440000" cy="720001"/>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rgbClr val="071620"/>
              </a:buClr>
              <a:buSzPts val="2800"/>
              <a:buFont typeface="Georgia"/>
              <a:buNone/>
            </a:pPr>
            <a:r>
              <a:rPr lang="en-US" dirty="0"/>
              <a:t>Client Case Studies – Professional Services</a:t>
            </a:r>
            <a:endParaRPr dirty="0"/>
          </a:p>
        </p:txBody>
      </p:sp>
      <p:cxnSp>
        <p:nvCxnSpPr>
          <p:cNvPr id="262" name="Google Shape;262;p6">
            <a:extLst>
              <a:ext uri="{FF2B5EF4-FFF2-40B4-BE49-F238E27FC236}">
                <a16:creationId xmlns:a16="http://schemas.microsoft.com/office/drawing/2014/main" id="{FA4CF5F6-7EA7-63EC-BCC1-F295E24D444D}"/>
              </a:ext>
            </a:extLst>
          </p:cNvPr>
          <p:cNvCxnSpPr/>
          <p:nvPr/>
        </p:nvCxnSpPr>
        <p:spPr>
          <a:xfrm rot="10800000" flipH="1">
            <a:off x="7394400" y="1548000"/>
            <a:ext cx="1" cy="4896001"/>
          </a:xfrm>
          <a:prstGeom prst="straightConnector1">
            <a:avLst/>
          </a:prstGeom>
          <a:noFill/>
          <a:ln w="9525" cap="flat" cmpd="sng">
            <a:solidFill>
              <a:schemeClr val="accent4"/>
            </a:solidFill>
            <a:prstDash val="solid"/>
            <a:miter lim="8000"/>
            <a:headEnd type="none" w="sm" len="sm"/>
            <a:tailEnd type="none" w="sm" len="sm"/>
          </a:ln>
        </p:spPr>
      </p:cxnSp>
      <p:sp>
        <p:nvSpPr>
          <p:cNvPr id="263" name="Google Shape;263;p6">
            <a:extLst>
              <a:ext uri="{FF2B5EF4-FFF2-40B4-BE49-F238E27FC236}">
                <a16:creationId xmlns:a16="http://schemas.microsoft.com/office/drawing/2014/main" id="{97C9BAEA-3D1D-BC4C-52BC-808D7AA2E803}"/>
              </a:ext>
            </a:extLst>
          </p:cNvPr>
          <p:cNvSpPr txBox="1"/>
          <p:nvPr/>
        </p:nvSpPr>
        <p:spPr>
          <a:xfrm>
            <a:off x="326463" y="1279392"/>
            <a:ext cx="6829500" cy="5223720"/>
          </a:xfrm>
          <a:prstGeom prst="rect">
            <a:avLst/>
          </a:prstGeom>
          <a:noFill/>
          <a:ln>
            <a:noFill/>
          </a:ln>
        </p:spPr>
        <p:txBody>
          <a:bodyPr spcFirstLastPara="1" wrap="square" lIns="72000" tIns="72000" rIns="72000" bIns="72000" anchor="t" anchorCtr="0">
            <a:spAutoFit/>
          </a:bodyPr>
          <a:lstStyle/>
          <a:p>
            <a:pPr marL="0" marR="0" lvl="0" indent="0" algn="l" rtl="0">
              <a:lnSpc>
                <a:spcPct val="100000"/>
              </a:lnSpc>
              <a:spcBef>
                <a:spcPts val="0"/>
              </a:spcBef>
              <a:spcAft>
                <a:spcPts val="0"/>
              </a:spcAft>
              <a:buClr>
                <a:srgbClr val="071620"/>
              </a:buClr>
              <a:buSzPts val="1800"/>
              <a:buFont typeface="Georgia"/>
              <a:buNone/>
            </a:pPr>
            <a:r>
              <a:rPr lang="en-AU" b="1" i="1" u="none" strike="noStrike" cap="none" dirty="0">
                <a:solidFill>
                  <a:srgbClr val="EA5454"/>
                </a:solidFill>
                <a:latin typeface="Georgia"/>
                <a:ea typeface="Georgia"/>
                <a:cs typeface="Georgia"/>
                <a:sym typeface="Georgia"/>
              </a:rPr>
              <a:t>Airport Services Client</a:t>
            </a:r>
          </a:p>
          <a:p>
            <a:pPr marL="0" marR="0" lvl="0" indent="0" algn="l" rtl="0">
              <a:lnSpc>
                <a:spcPct val="100000"/>
              </a:lnSpc>
              <a:spcBef>
                <a:spcPts val="0"/>
              </a:spcBef>
              <a:spcAft>
                <a:spcPts val="0"/>
              </a:spcAft>
              <a:buClr>
                <a:srgbClr val="071620"/>
              </a:buClr>
              <a:buSzPts val="1800"/>
              <a:buFont typeface="Georgia"/>
              <a:buNone/>
            </a:pPr>
            <a:r>
              <a:rPr lang="en-AU" sz="1800" b="1" i="0" u="none" strike="noStrike" cap="none" dirty="0">
                <a:solidFill>
                  <a:srgbClr val="EA5454"/>
                </a:solidFill>
                <a:latin typeface="Georgia"/>
                <a:ea typeface="Georgia"/>
                <a:cs typeface="Georgia"/>
                <a:sym typeface="Georgia"/>
              </a:rPr>
              <a:t>People Systems review and recommendations</a:t>
            </a:r>
            <a:endParaRPr sz="1400" b="1" i="0" u="none" strike="noStrike" cap="none" dirty="0">
              <a:solidFill>
                <a:srgbClr val="EA5454"/>
              </a:solidFill>
              <a:latin typeface="Arial"/>
              <a:ea typeface="Arial"/>
              <a:cs typeface="Arial"/>
              <a:sym typeface="Arial"/>
            </a:endParaRPr>
          </a:p>
          <a:p>
            <a:pPr>
              <a:spcBef>
                <a:spcPts val="400"/>
              </a:spcBef>
              <a:buClr>
                <a:schemeClr val="accent4"/>
              </a:buClr>
              <a:buSzPts val="1400"/>
            </a:pPr>
            <a:endParaRPr lang="en-US" sz="1100" b="1" i="0" u="none" strike="noStrike" cap="none" dirty="0">
              <a:solidFill>
                <a:schemeClr val="accent4"/>
              </a:solidFill>
              <a:highlight>
                <a:srgbClr val="FFFF00"/>
              </a:highlight>
              <a:latin typeface="Calibri"/>
              <a:ea typeface="Calibri"/>
              <a:cs typeface="Calibri"/>
              <a:sym typeface="Calibri"/>
            </a:endParaRPr>
          </a:p>
          <a:p>
            <a:pPr>
              <a:buClr>
                <a:schemeClr val="accent4"/>
              </a:buClr>
              <a:buSzPts val="1400"/>
            </a:pPr>
            <a:r>
              <a:rPr lang="en-US" sz="1100" b="1" i="0" u="none" strike="noStrike" cap="none" dirty="0">
                <a:solidFill>
                  <a:schemeClr val="accent4"/>
                </a:solidFill>
                <a:latin typeface="Calibri"/>
                <a:ea typeface="Calibri"/>
                <a:cs typeface="Calibri"/>
                <a:sym typeface="Calibri"/>
              </a:rPr>
              <a:t>Challenge</a:t>
            </a:r>
            <a:endParaRPr lang="en-US" sz="1100" b="1" i="0" u="none" strike="noStrike" cap="none" dirty="0">
              <a:solidFill>
                <a:schemeClr val="accent4"/>
              </a:solidFill>
              <a:latin typeface="Calibri"/>
              <a:ea typeface="Calibri"/>
              <a:cs typeface="Calibri"/>
            </a:endParaRPr>
          </a:p>
          <a:p>
            <a:pPr>
              <a:buClr>
                <a:schemeClr val="accent4"/>
              </a:buClr>
              <a:buSzPts val="1400"/>
            </a:pPr>
            <a:r>
              <a:rPr lang="en-US" sz="1100" i="0" u="none" strike="noStrike" cap="none" dirty="0">
                <a:solidFill>
                  <a:schemeClr val="bg1"/>
                </a:solidFill>
                <a:latin typeface="Calibri"/>
                <a:ea typeface="Calibri"/>
                <a:cs typeface="Calibri"/>
                <a:sym typeface="Calibri"/>
              </a:rPr>
              <a:t>The current People systems (HR, Payroll, and Time &amp; Attendance) had not been updated in many years. To address gaps, a variety of ad-hoc manual processes and third-party tools have been used in the business, posing compliance and security risks. Given the minimal investment in upgrading these systems over the years, they </a:t>
            </a:r>
            <a:r>
              <a:rPr lang="en-US" sz="1100" dirty="0">
                <a:solidFill>
                  <a:schemeClr val="bg1"/>
                </a:solidFill>
                <a:latin typeface="Calibri"/>
                <a:ea typeface="Calibri"/>
                <a:cs typeface="Calibri"/>
                <a:sym typeface="Calibri"/>
              </a:rPr>
              <a:t>are reaching </a:t>
            </a:r>
            <a:r>
              <a:rPr lang="en-US" sz="1100" i="0" u="none" strike="noStrike" cap="none" dirty="0">
                <a:solidFill>
                  <a:schemeClr val="bg1"/>
                </a:solidFill>
                <a:latin typeface="Calibri"/>
                <a:ea typeface="Calibri"/>
                <a:cs typeface="Calibri"/>
                <a:sym typeface="Calibri"/>
              </a:rPr>
              <a:t>end of life technology and there was no existing roadmap for future improvements or the replacement of these systems</a:t>
            </a:r>
            <a:endParaRPr lang="en-US" sz="1100" i="0" u="none" strike="noStrike" cap="none" dirty="0">
              <a:solidFill>
                <a:schemeClr val="bg1"/>
              </a:solidFill>
              <a:latin typeface="Calibri"/>
              <a:ea typeface="Calibri"/>
              <a:cs typeface="Calibri"/>
            </a:endParaRPr>
          </a:p>
          <a:p>
            <a:pPr>
              <a:spcBef>
                <a:spcPts val="400"/>
              </a:spcBef>
              <a:buClr>
                <a:schemeClr val="accent4"/>
              </a:buClr>
              <a:buSzPts val="1400"/>
            </a:pPr>
            <a:endParaRPr lang="en-US" sz="1100" b="1" i="0" u="none" strike="noStrike" cap="none" dirty="0">
              <a:solidFill>
                <a:schemeClr val="accent4"/>
              </a:solidFill>
              <a:latin typeface="Calibri"/>
              <a:ea typeface="Calibri"/>
              <a:cs typeface="Calibri"/>
            </a:endParaRPr>
          </a:p>
          <a:p>
            <a:pPr>
              <a:spcBef>
                <a:spcPts val="400"/>
              </a:spcBef>
              <a:buClr>
                <a:schemeClr val="accent4"/>
              </a:buClr>
              <a:buSzPts val="1400"/>
            </a:pPr>
            <a:r>
              <a:rPr lang="en-US" sz="1100" b="1" i="0" u="none" strike="noStrike" cap="none" dirty="0">
                <a:solidFill>
                  <a:schemeClr val="accent4"/>
                </a:solidFill>
                <a:latin typeface="Calibri"/>
                <a:ea typeface="Calibri"/>
                <a:cs typeface="Calibri"/>
                <a:sym typeface="Calibri"/>
              </a:rPr>
              <a:t>Our approach</a:t>
            </a:r>
            <a:endParaRPr lang="en-US" sz="1100" dirty="0">
              <a:solidFill>
                <a:srgbClr val="071620"/>
              </a:solidFill>
              <a:latin typeface="Calibri"/>
              <a:cs typeface="Calibri"/>
            </a:endParaRPr>
          </a:p>
          <a:p>
            <a:r>
              <a:rPr lang="en-US" sz="1100" b="1" dirty="0">
                <a:solidFill>
                  <a:srgbClr val="071620"/>
                </a:solidFill>
                <a:latin typeface="Calibri"/>
                <a:ea typeface="Calibri"/>
                <a:cs typeface="Calibri"/>
                <a:sym typeface="Calibri"/>
              </a:rPr>
              <a:t>Detailed Discovery &amp; Requirements Articulation </a:t>
            </a:r>
            <a:r>
              <a:rPr lang="en-US" sz="1100" dirty="0">
                <a:solidFill>
                  <a:srgbClr val="071620"/>
                </a:solidFill>
                <a:latin typeface="Calibri"/>
                <a:ea typeface="Calibri"/>
                <a:cs typeface="Calibri"/>
                <a:sym typeface="Calibri"/>
              </a:rPr>
              <a:t>– improve efficiency, document current processes and assess them against best practices including the creation of proposed to-be processes with new systems, technology and integration. Define functional and non-functional requirements, review current solutions and document issues, identify quick wins, review other systems across the group, and create a risk profile for non-compliance</a:t>
            </a:r>
            <a:endParaRPr lang="en-US" sz="1100" dirty="0">
              <a:solidFill>
                <a:srgbClr val="071620"/>
              </a:solidFill>
              <a:latin typeface="Calibri"/>
              <a:ea typeface="Calibri"/>
              <a:cs typeface="Calibri"/>
            </a:endParaRPr>
          </a:p>
          <a:p>
            <a:endParaRPr lang="en-US" sz="1100" dirty="0">
              <a:solidFill>
                <a:srgbClr val="071620"/>
              </a:solidFill>
              <a:latin typeface="Calibri"/>
              <a:ea typeface="Calibri"/>
              <a:cs typeface="Calibri"/>
            </a:endParaRPr>
          </a:p>
          <a:p>
            <a:r>
              <a:rPr lang="en-US" sz="1100" b="1" dirty="0">
                <a:solidFill>
                  <a:srgbClr val="071620"/>
                </a:solidFill>
                <a:latin typeface="Calibri"/>
                <a:ea typeface="Calibri"/>
                <a:cs typeface="Calibri"/>
                <a:sym typeface="Calibri"/>
              </a:rPr>
              <a:t>Solution Options Assessment &amp; Architecture </a:t>
            </a:r>
            <a:r>
              <a:rPr lang="en-US" sz="1100" dirty="0">
                <a:solidFill>
                  <a:srgbClr val="071620"/>
                </a:solidFill>
                <a:latin typeface="Calibri"/>
                <a:ea typeface="Calibri"/>
                <a:cs typeface="Calibri"/>
                <a:sym typeface="Calibri"/>
              </a:rPr>
              <a:t>– prepare a solutions options pack for a new People system, map alternative solutions to identify overlaps, determine different options to reduce duplication, manual processing and simpler integration, consider alternative implementation roadmaps, and assess against target state principles to select the preferred vendor combination for the go-forward</a:t>
            </a:r>
            <a:endParaRPr lang="en-US" sz="1100" dirty="0">
              <a:solidFill>
                <a:srgbClr val="071620"/>
              </a:solidFill>
              <a:latin typeface="Calibri"/>
              <a:ea typeface="Calibri"/>
              <a:cs typeface="Calibri"/>
            </a:endParaRPr>
          </a:p>
          <a:p>
            <a:endParaRPr lang="en-US" sz="1100" b="1" i="0" u="none" strike="noStrike" cap="none" dirty="0">
              <a:solidFill>
                <a:srgbClr val="071620"/>
              </a:solidFill>
              <a:latin typeface="Calibri"/>
              <a:ea typeface="Calibri"/>
              <a:cs typeface="Calibri"/>
            </a:endParaRPr>
          </a:p>
          <a:p>
            <a:r>
              <a:rPr lang="en-US" sz="1100" b="1" i="0" u="none" strike="noStrike" cap="none" dirty="0">
                <a:solidFill>
                  <a:srgbClr val="071620"/>
                </a:solidFill>
                <a:latin typeface="Calibri"/>
                <a:ea typeface="Calibri"/>
                <a:cs typeface="Calibri"/>
                <a:sym typeface="Calibri"/>
              </a:rPr>
              <a:t>Recommendation, Plan &amp; Business Case</a:t>
            </a:r>
            <a:r>
              <a:rPr lang="en-US" sz="1100" i="0" u="none" strike="noStrike" cap="none" dirty="0">
                <a:solidFill>
                  <a:srgbClr val="071620"/>
                </a:solidFill>
                <a:latin typeface="Calibri"/>
                <a:ea typeface="Calibri"/>
                <a:cs typeface="Calibri"/>
                <a:sym typeface="Calibri"/>
              </a:rPr>
              <a:t> - Document architecture and People systems recommendations for the Executive Team. Build an implementation roadmap and timelines, highlighting dependencies on group systems. Create a detailed plan for the next phase and complete a high-level investment case, including a proposal for quick wins and detailed design</a:t>
            </a:r>
            <a:endParaRPr lang="en-US" sz="1100" b="1" i="0" u="none" strike="noStrike" cap="none" dirty="0">
              <a:solidFill>
                <a:srgbClr val="071620"/>
              </a:solidFill>
              <a:latin typeface="Calibri"/>
              <a:ea typeface="Calibri"/>
              <a:cs typeface="Calibri"/>
            </a:endParaRPr>
          </a:p>
          <a:p>
            <a:endParaRPr lang="en-AU" sz="1400" b="0" i="0" u="none" strike="noStrike" cap="none" dirty="0">
              <a:solidFill>
                <a:srgbClr val="000000"/>
              </a:solidFill>
              <a:latin typeface="Arial"/>
              <a:ea typeface="Arial"/>
              <a:cs typeface="Arial"/>
            </a:endParaRPr>
          </a:p>
          <a:p>
            <a:endParaRPr lang="en-AU" dirty="0">
              <a:highlight>
                <a:srgbClr val="FFFF00"/>
              </a:highlight>
            </a:endParaRPr>
          </a:p>
          <a:p>
            <a:endParaRPr sz="1400" b="0" i="0" u="none" strike="noStrike" cap="none" dirty="0">
              <a:solidFill>
                <a:srgbClr val="000000"/>
              </a:solidFill>
              <a:highlight>
                <a:srgbClr val="FFFF00"/>
              </a:highlight>
              <a:latin typeface="Arial"/>
              <a:ea typeface="Arial"/>
              <a:cs typeface="Arial"/>
              <a:sym typeface="Arial"/>
            </a:endParaRPr>
          </a:p>
        </p:txBody>
      </p:sp>
      <p:sp>
        <p:nvSpPr>
          <p:cNvPr id="2" name="Google Shape;274;p6">
            <a:extLst>
              <a:ext uri="{FF2B5EF4-FFF2-40B4-BE49-F238E27FC236}">
                <a16:creationId xmlns:a16="http://schemas.microsoft.com/office/drawing/2014/main" id="{EE28BFAD-C107-EBBF-1531-F308813ED6B6}"/>
              </a:ext>
            </a:extLst>
          </p:cNvPr>
          <p:cNvSpPr txBox="1"/>
          <p:nvPr/>
        </p:nvSpPr>
        <p:spPr>
          <a:xfrm>
            <a:off x="7492271" y="1363375"/>
            <a:ext cx="2916822" cy="307736"/>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71620"/>
              </a:buClr>
              <a:buSzPts val="1800"/>
              <a:buFont typeface="Georgia"/>
              <a:buNone/>
            </a:pPr>
            <a:r>
              <a:rPr lang="en-US" b="1" dirty="0">
                <a:solidFill>
                  <a:srgbClr val="EA5454"/>
                </a:solidFill>
                <a:latin typeface="Calibri" panose="020F0502020204030204" pitchFamily="34" charset="0"/>
                <a:ea typeface="Calibri" panose="020F0502020204030204" pitchFamily="34" charset="0"/>
                <a:cs typeface="Calibri" panose="020F0502020204030204" pitchFamily="34" charset="0"/>
                <a:sym typeface="Georgia"/>
              </a:rPr>
              <a:t>Value Add</a:t>
            </a:r>
            <a:endParaRPr sz="1100" b="1" i="0" u="none" strike="noStrike" cap="none" dirty="0">
              <a:solidFill>
                <a:srgbClr val="EA5454"/>
              </a:solidFill>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3" name="Google Shape;281;p6">
            <a:extLst>
              <a:ext uri="{FF2B5EF4-FFF2-40B4-BE49-F238E27FC236}">
                <a16:creationId xmlns:a16="http://schemas.microsoft.com/office/drawing/2014/main" id="{1E29F887-72EF-6DA9-1D1C-EAFEC38A86FA}"/>
              </a:ext>
            </a:extLst>
          </p:cNvPr>
          <p:cNvGrpSpPr/>
          <p:nvPr/>
        </p:nvGrpSpPr>
        <p:grpSpPr>
          <a:xfrm>
            <a:off x="7753236" y="1888969"/>
            <a:ext cx="2122354" cy="2132083"/>
            <a:chOff x="0" y="18269"/>
            <a:chExt cx="5308600" cy="539262"/>
          </a:xfrm>
          <a:gradFill>
            <a:gsLst>
              <a:gs pos="60000">
                <a:srgbClr val="EA5454"/>
              </a:gs>
              <a:gs pos="0">
                <a:srgbClr val="EA8546"/>
              </a:gs>
              <a:gs pos="100000">
                <a:srgbClr val="EA5454"/>
              </a:gs>
            </a:gsLst>
            <a:path path="circle">
              <a:fillToRect l="100000" b="100000"/>
            </a:path>
          </a:gradFill>
        </p:grpSpPr>
        <p:sp>
          <p:nvSpPr>
            <p:cNvPr id="4" name="Google Shape;282;p6">
              <a:extLst>
                <a:ext uri="{FF2B5EF4-FFF2-40B4-BE49-F238E27FC236}">
                  <a16:creationId xmlns:a16="http://schemas.microsoft.com/office/drawing/2014/main" id="{D5DF6CD5-F4E3-8D66-21EA-919091713799}"/>
                </a:ext>
              </a:extLst>
            </p:cNvPr>
            <p:cNvSpPr/>
            <p:nvPr/>
          </p:nvSpPr>
          <p:spPr>
            <a:xfrm>
              <a:off x="0" y="18269"/>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5" name="Google Shape;283;p6">
              <a:extLst>
                <a:ext uri="{FF2B5EF4-FFF2-40B4-BE49-F238E27FC236}">
                  <a16:creationId xmlns:a16="http://schemas.microsoft.com/office/drawing/2014/main" id="{23104D61-D560-C0AB-E11C-8B5C1B31FB62}"/>
                </a:ext>
              </a:extLst>
            </p:cNvPr>
            <p:cNvSpPr txBox="1"/>
            <p:nvPr/>
          </p:nvSpPr>
          <p:spPr>
            <a:xfrm>
              <a:off x="325404" y="215020"/>
              <a:ext cx="4626464" cy="145760"/>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Current Processes </a:t>
              </a:r>
            </a:p>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Risk Assessment  </a:t>
              </a:r>
              <a:endParaRPr sz="1400" b="0" i="0" u="none" strike="noStrike" cap="none" dirty="0">
                <a:solidFill>
                  <a:srgbClr val="FFFFFF"/>
                </a:solidFill>
                <a:latin typeface="Calibri"/>
                <a:ea typeface="Calibri"/>
                <a:cs typeface="Calibri"/>
                <a:sym typeface="Calibri"/>
              </a:endParaRPr>
            </a:p>
          </p:txBody>
        </p:sp>
      </p:grpSp>
      <p:grpSp>
        <p:nvGrpSpPr>
          <p:cNvPr id="6" name="Google Shape;281;p6">
            <a:extLst>
              <a:ext uri="{FF2B5EF4-FFF2-40B4-BE49-F238E27FC236}">
                <a16:creationId xmlns:a16="http://schemas.microsoft.com/office/drawing/2014/main" id="{1EFC6D6A-A89D-071D-3F5B-FDFF04A2F114}"/>
              </a:ext>
            </a:extLst>
          </p:cNvPr>
          <p:cNvGrpSpPr/>
          <p:nvPr/>
        </p:nvGrpSpPr>
        <p:grpSpPr>
          <a:xfrm>
            <a:off x="9863064" y="2083556"/>
            <a:ext cx="1961862" cy="1912443"/>
            <a:chOff x="0" y="18269"/>
            <a:chExt cx="5308600" cy="539262"/>
          </a:xfrm>
          <a:gradFill>
            <a:gsLst>
              <a:gs pos="60000">
                <a:srgbClr val="EA5454"/>
              </a:gs>
              <a:gs pos="0">
                <a:srgbClr val="EA8546"/>
              </a:gs>
              <a:gs pos="100000">
                <a:srgbClr val="EA5454"/>
              </a:gs>
            </a:gsLst>
            <a:path path="circle">
              <a:fillToRect l="100000" b="100000"/>
            </a:path>
          </a:gradFill>
        </p:grpSpPr>
        <p:sp>
          <p:nvSpPr>
            <p:cNvPr id="7" name="Google Shape;282;p6">
              <a:extLst>
                <a:ext uri="{FF2B5EF4-FFF2-40B4-BE49-F238E27FC236}">
                  <a16:creationId xmlns:a16="http://schemas.microsoft.com/office/drawing/2014/main" id="{E1345B37-7162-715F-7151-1602B5899D9F}"/>
                </a:ext>
              </a:extLst>
            </p:cNvPr>
            <p:cNvSpPr/>
            <p:nvPr/>
          </p:nvSpPr>
          <p:spPr>
            <a:xfrm>
              <a:off x="0" y="18269"/>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8" name="Google Shape;283;p6">
              <a:extLst>
                <a:ext uri="{FF2B5EF4-FFF2-40B4-BE49-F238E27FC236}">
                  <a16:creationId xmlns:a16="http://schemas.microsoft.com/office/drawing/2014/main" id="{411A2719-2E78-6BBB-B130-A66CD0662D5D}"/>
                </a:ext>
              </a:extLst>
            </p:cNvPr>
            <p:cNvSpPr txBox="1"/>
            <p:nvPr/>
          </p:nvSpPr>
          <p:spPr>
            <a:xfrm>
              <a:off x="579057" y="174596"/>
              <a:ext cx="4150486" cy="223250"/>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As-Is and To-Be process </a:t>
              </a:r>
              <a:r>
                <a:rPr lang="en-US" dirty="0">
                  <a:solidFill>
                    <a:srgbClr val="FFFFFF"/>
                  </a:solidFill>
                  <a:latin typeface="Calibri"/>
                  <a:ea typeface="Calibri"/>
                  <a:cs typeface="Calibri"/>
                  <a:sym typeface="Calibri"/>
                </a:rPr>
                <a:t>m</a:t>
              </a:r>
              <a:r>
                <a:rPr lang="en-US" sz="1400" b="0" i="0" u="none" strike="noStrike" cap="none" dirty="0">
                  <a:solidFill>
                    <a:srgbClr val="FFFFFF"/>
                  </a:solidFill>
                  <a:latin typeface="Calibri"/>
                  <a:ea typeface="Calibri"/>
                  <a:cs typeface="Calibri"/>
                  <a:sym typeface="Calibri"/>
                </a:rPr>
                <a:t>aps for </a:t>
              </a:r>
              <a:r>
                <a:rPr lang="en-US" dirty="0">
                  <a:solidFill>
                    <a:srgbClr val="FFFFFF"/>
                  </a:solidFill>
                  <a:latin typeface="Calibri"/>
                  <a:ea typeface="Calibri"/>
                  <a:cs typeface="Calibri"/>
                  <a:sym typeface="Calibri"/>
                </a:rPr>
                <a:t>Onboarding</a:t>
              </a:r>
              <a:endParaRPr lang="en-US" sz="1400" b="0" i="0" u="none" strike="noStrike" cap="none" dirty="0">
                <a:solidFill>
                  <a:srgbClr val="FFFFFF"/>
                </a:solidFill>
                <a:latin typeface="Calibri"/>
                <a:ea typeface="Calibri"/>
                <a:cs typeface="Calibri"/>
                <a:sym typeface="Calibri"/>
              </a:endParaRPr>
            </a:p>
          </p:txBody>
        </p:sp>
      </p:grpSp>
      <p:grpSp>
        <p:nvGrpSpPr>
          <p:cNvPr id="9" name="Google Shape;281;p6">
            <a:extLst>
              <a:ext uri="{FF2B5EF4-FFF2-40B4-BE49-F238E27FC236}">
                <a16:creationId xmlns:a16="http://schemas.microsoft.com/office/drawing/2014/main" id="{7BDBB9A2-F829-BE9F-50EE-26F9AA204422}"/>
              </a:ext>
            </a:extLst>
          </p:cNvPr>
          <p:cNvGrpSpPr/>
          <p:nvPr/>
        </p:nvGrpSpPr>
        <p:grpSpPr>
          <a:xfrm>
            <a:off x="8148890" y="3996992"/>
            <a:ext cx="1940854" cy="1912443"/>
            <a:chOff x="196767" y="8031"/>
            <a:chExt cx="5308600" cy="539262"/>
          </a:xfrm>
          <a:gradFill>
            <a:gsLst>
              <a:gs pos="60000">
                <a:srgbClr val="EA5454"/>
              </a:gs>
              <a:gs pos="0">
                <a:srgbClr val="EA8546"/>
              </a:gs>
              <a:gs pos="100000">
                <a:srgbClr val="EA5454"/>
              </a:gs>
            </a:gsLst>
            <a:path path="circle">
              <a:fillToRect l="100000" b="100000"/>
            </a:path>
          </a:gradFill>
        </p:grpSpPr>
        <p:sp>
          <p:nvSpPr>
            <p:cNvPr id="10" name="Google Shape;282;p6">
              <a:extLst>
                <a:ext uri="{FF2B5EF4-FFF2-40B4-BE49-F238E27FC236}">
                  <a16:creationId xmlns:a16="http://schemas.microsoft.com/office/drawing/2014/main" id="{85AD584D-351C-403F-8681-5D79FCAA8DB8}"/>
                </a:ext>
              </a:extLst>
            </p:cNvPr>
            <p:cNvSpPr/>
            <p:nvPr/>
          </p:nvSpPr>
          <p:spPr>
            <a:xfrm>
              <a:off x="196767" y="8031"/>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11" name="Google Shape;283;p6">
              <a:extLst>
                <a:ext uri="{FF2B5EF4-FFF2-40B4-BE49-F238E27FC236}">
                  <a16:creationId xmlns:a16="http://schemas.microsoft.com/office/drawing/2014/main" id="{E0978BF6-76DB-B201-B57E-42C32E69FB0C}"/>
                </a:ext>
              </a:extLst>
            </p:cNvPr>
            <p:cNvSpPr txBox="1"/>
            <p:nvPr/>
          </p:nvSpPr>
          <p:spPr>
            <a:xfrm>
              <a:off x="626268" y="139053"/>
              <a:ext cx="4459584" cy="284000"/>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New technologies, integration and HCM recommendations</a:t>
              </a:r>
              <a:endParaRPr sz="1400" b="0" i="0" u="none" strike="noStrike" cap="none" dirty="0">
                <a:solidFill>
                  <a:srgbClr val="FFFFFF"/>
                </a:solidFill>
                <a:latin typeface="Calibri"/>
                <a:ea typeface="Calibri"/>
                <a:cs typeface="Calibri"/>
                <a:sym typeface="Calibri"/>
              </a:endParaRPr>
            </a:p>
          </p:txBody>
        </p:sp>
      </p:grpSp>
      <p:grpSp>
        <p:nvGrpSpPr>
          <p:cNvPr id="12" name="Google Shape;281;p6">
            <a:extLst>
              <a:ext uri="{FF2B5EF4-FFF2-40B4-BE49-F238E27FC236}">
                <a16:creationId xmlns:a16="http://schemas.microsoft.com/office/drawing/2014/main" id="{A993ED84-4524-9823-ECCE-14E2C5CCAE20}"/>
              </a:ext>
            </a:extLst>
          </p:cNvPr>
          <p:cNvGrpSpPr/>
          <p:nvPr/>
        </p:nvGrpSpPr>
        <p:grpSpPr>
          <a:xfrm>
            <a:off x="10045587" y="3987030"/>
            <a:ext cx="1630449" cy="1550683"/>
            <a:chOff x="0" y="18269"/>
            <a:chExt cx="5308600" cy="539262"/>
          </a:xfrm>
          <a:gradFill>
            <a:gsLst>
              <a:gs pos="60000">
                <a:srgbClr val="EA5454"/>
              </a:gs>
              <a:gs pos="0">
                <a:srgbClr val="EA8546"/>
              </a:gs>
              <a:gs pos="100000">
                <a:srgbClr val="EA5454"/>
              </a:gs>
            </a:gsLst>
            <a:path path="circle">
              <a:fillToRect l="100000" b="100000"/>
            </a:path>
          </a:gradFill>
        </p:grpSpPr>
        <p:sp>
          <p:nvSpPr>
            <p:cNvPr id="13" name="Google Shape;282;p6">
              <a:extLst>
                <a:ext uri="{FF2B5EF4-FFF2-40B4-BE49-F238E27FC236}">
                  <a16:creationId xmlns:a16="http://schemas.microsoft.com/office/drawing/2014/main" id="{C7250B81-C7CE-CA63-8A93-96ADDC1D1F57}"/>
                </a:ext>
              </a:extLst>
            </p:cNvPr>
            <p:cNvSpPr/>
            <p:nvPr/>
          </p:nvSpPr>
          <p:spPr>
            <a:xfrm>
              <a:off x="0" y="18269"/>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14" name="Google Shape;283;p6">
              <a:extLst>
                <a:ext uri="{FF2B5EF4-FFF2-40B4-BE49-F238E27FC236}">
                  <a16:creationId xmlns:a16="http://schemas.microsoft.com/office/drawing/2014/main" id="{E7C04B14-74FF-EFA5-1CEA-380421024D42}"/>
                </a:ext>
              </a:extLst>
            </p:cNvPr>
            <p:cNvSpPr txBox="1"/>
            <p:nvPr/>
          </p:nvSpPr>
          <p:spPr>
            <a:xfrm>
              <a:off x="600306" y="154247"/>
              <a:ext cx="4107982" cy="267305"/>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sz="1350" b="0" i="0" u="none" strike="noStrike" cap="none" dirty="0">
                  <a:solidFill>
                    <a:srgbClr val="FFFFFF"/>
                  </a:solidFill>
                  <a:latin typeface="Calibri"/>
                  <a:ea typeface="Calibri"/>
                  <a:cs typeface="Calibri"/>
                  <a:sym typeface="Calibri"/>
                </a:rPr>
                <a:t>Compliance,  Accuracy, Transformation</a:t>
              </a:r>
            </a:p>
          </p:txBody>
        </p:sp>
      </p:grpSp>
      <p:sp>
        <p:nvSpPr>
          <p:cNvPr id="15" name="Rounded Rectangle 10">
            <a:extLst>
              <a:ext uri="{FF2B5EF4-FFF2-40B4-BE49-F238E27FC236}">
                <a16:creationId xmlns:a16="http://schemas.microsoft.com/office/drawing/2014/main" id="{C9544F73-B51A-0169-2CD3-E8B9BF412212}"/>
              </a:ext>
            </a:extLst>
          </p:cNvPr>
          <p:cNvSpPr/>
          <p:nvPr/>
        </p:nvSpPr>
        <p:spPr>
          <a:xfrm>
            <a:off x="404261" y="5960366"/>
            <a:ext cx="6751700" cy="516840"/>
          </a:xfrm>
          <a:prstGeom prst="roundRect">
            <a:avLst>
              <a:gd name="adj" fmla="val 50000"/>
            </a:avLst>
          </a:prstGeom>
          <a:solidFill>
            <a:schemeClr val="bg2">
              <a:lumMod val="20000"/>
              <a:lumOff val="80000"/>
            </a:schemeClr>
          </a:solidFill>
          <a:ln>
            <a:solidFill>
              <a:schemeClr val="bg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a:defRPr/>
            </a:pPr>
            <a:r>
              <a:rPr lang="en-US" sz="1200" kern="1200" dirty="0">
                <a:solidFill>
                  <a:srgbClr val="071620"/>
                </a:solidFill>
                <a:latin typeface="Calibri"/>
                <a:ea typeface="Calibri"/>
                <a:cs typeface="Calibri"/>
              </a:rPr>
              <a:t>Recommendation for remediation, automation technology and HCM implementation including HR, Payroll, T&amp;A</a:t>
            </a:r>
          </a:p>
        </p:txBody>
      </p:sp>
      <p:sp>
        <p:nvSpPr>
          <p:cNvPr id="16" name="Rounded Rectangle 13">
            <a:extLst>
              <a:ext uri="{FF2B5EF4-FFF2-40B4-BE49-F238E27FC236}">
                <a16:creationId xmlns:a16="http://schemas.microsoft.com/office/drawing/2014/main" id="{4E0BDE75-262F-19A8-F870-4EEF43AE851B}"/>
              </a:ext>
            </a:extLst>
          </p:cNvPr>
          <p:cNvSpPr/>
          <p:nvPr/>
        </p:nvSpPr>
        <p:spPr>
          <a:xfrm>
            <a:off x="474106" y="6022725"/>
            <a:ext cx="829528" cy="40202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lang="en-US" sz="1100" kern="1200" dirty="0">
                <a:solidFill>
                  <a:srgbClr val="FFFFFF"/>
                </a:solidFill>
                <a:latin typeface="Calibri" panose="020F0502020204030204"/>
                <a:ea typeface="Calibri"/>
                <a:cs typeface="Calibri"/>
              </a:rPr>
              <a:t>Outcome</a:t>
            </a:r>
            <a:endParaRPr lang="en-US" sz="1100" b="0" i="0" u="none" strike="noStrike" kern="1200" cap="none" spc="0" normalizeH="0" baseline="0" noProof="0" dirty="0">
              <a:ln>
                <a:noFill/>
              </a:ln>
              <a:solidFill>
                <a:srgbClr val="FFFFFF"/>
              </a:solidFill>
              <a:effectLst/>
              <a:uLnTx/>
              <a:uFillTx/>
              <a:latin typeface="Calibri" panose="020F0502020204030204"/>
              <a:ea typeface="Calibri" panose="020F0502020204030204"/>
              <a:cs typeface="Calibri" panose="020F0502020204030204"/>
            </a:endParaRPr>
          </a:p>
        </p:txBody>
      </p:sp>
    </p:spTree>
    <p:extLst>
      <p:ext uri="{BB962C8B-B14F-4D97-AF65-F5344CB8AC3E}">
        <p14:creationId xmlns:p14="http://schemas.microsoft.com/office/powerpoint/2010/main" val="3345716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AEAE0-CF4F-4715-A246-07F3BFFEFD60}"/>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FC8C75B2-FAE1-018B-D838-D91EBD71A33D}"/>
              </a:ext>
            </a:extLst>
          </p:cNvPr>
          <p:cNvSpPr txBox="1"/>
          <p:nvPr/>
        </p:nvSpPr>
        <p:spPr>
          <a:xfrm>
            <a:off x="8135825" y="1443699"/>
            <a:ext cx="3721213" cy="4441373"/>
          </a:xfrm>
          <a:prstGeom prst="rect">
            <a:avLst/>
          </a:prstGeom>
          <a:noFill/>
        </p:spPr>
        <p:txBody>
          <a:bodyPr wrap="square" lIns="72000" tIns="72000" rIns="72000" bIns="72000" rtlCol="0" anchor="t">
            <a:noAutofit/>
          </a:bodyPr>
          <a:lstStyle/>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1600" b="1" kern="1200" dirty="0">
                <a:solidFill>
                  <a:srgbClr val="EA5454"/>
                </a:solidFill>
                <a:latin typeface="Georgia" panose="02040502050405020303" pitchFamily="18" charset="0"/>
                <a:ea typeface="+mn-ea"/>
                <a:cs typeface="+mn-cs"/>
              </a:rPr>
              <a:t>LSL Remediation</a:t>
            </a:r>
            <a:endParaRPr kumimoji="0" lang="en-US" sz="1600" b="1" i="0" u="none" strike="noStrike" kern="1200" cap="none" spc="0" normalizeH="0" baseline="0" noProof="0" dirty="0">
              <a:ln>
                <a:noFill/>
              </a:ln>
              <a:solidFill>
                <a:srgbClr val="EA5454"/>
              </a:solidFill>
              <a:effectLst/>
              <a:uLnTx/>
              <a:uFillTx/>
              <a:latin typeface="Georgia" panose="02040502050405020303" pitchFamily="18" charset="0"/>
              <a:ea typeface="+mn-ea"/>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Challenge</a:t>
            </a:r>
            <a:r>
              <a:rPr kumimoji="0" lang="en-US" sz="1100" u="none" strike="noStrike" kern="1200" cap="none" spc="0" normalizeH="0" baseline="0" noProof="0" dirty="0">
                <a:ln>
                  <a:noFill/>
                </a:ln>
                <a:solidFill>
                  <a:srgbClr val="071620"/>
                </a:solidFill>
                <a:uLnTx/>
                <a:uFillTx/>
                <a:latin typeface="Inter" panose="020B0604020202020204" charset="0"/>
                <a:ea typeface="Inter" panose="020B0604020202020204" charset="0"/>
                <a:cs typeface="+mn-cs"/>
              </a:rPr>
              <a:t> </a:t>
            </a:r>
            <a:endParaRPr lang="en-US" sz="1100" b="0" i="0" dirty="0">
              <a:solidFill>
                <a:srgbClr val="0D0D0D"/>
              </a:solidFill>
              <a:effectLst/>
              <a:highlight>
                <a:srgbClr val="FFFFFF"/>
              </a:highlight>
              <a:latin typeface="Inter" panose="020B0604020202020204" charset="0"/>
              <a:ea typeface="Inter" panose="020B0604020202020204" charset="0"/>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u="none" strike="noStrike" kern="1200" cap="none" spc="0" normalizeH="0" baseline="0" noProof="0" dirty="0">
                <a:ln>
                  <a:noFill/>
                </a:ln>
                <a:solidFill>
                  <a:srgbClr val="0D0D0D"/>
                </a:solidFill>
                <a:highlight>
                  <a:srgbClr val="FFFFFF"/>
                </a:highlight>
                <a:uLnTx/>
                <a:uFillTx/>
                <a:latin typeface="Inter" panose="020B0604020202020204" charset="0"/>
                <a:ea typeface="Inter" panose="020B0604020202020204" charset="0"/>
                <a:cs typeface="+mn-cs"/>
              </a:rPr>
              <a:t>To correct </a:t>
            </a:r>
            <a:r>
              <a:rPr lang="en-US" sz="1100" i="0" kern="1200" dirty="0">
                <a:solidFill>
                  <a:srgbClr val="0D0D0D"/>
                </a:solidFill>
                <a:effectLst/>
                <a:highlight>
                  <a:srgbClr val="FFFFFF"/>
                </a:highlight>
                <a:latin typeface="Inter" panose="020B0604020202020204" charset="0"/>
                <a:ea typeface="Inter" panose="020B0604020202020204" charset="0"/>
                <a:cs typeface="+mn-cs"/>
              </a:rPr>
              <a:t> errors in the calculation and payment of long service leave entitlements to employees which shall involve identifying underpayments or overpayments and ensuring that employees receive the correct </a:t>
            </a:r>
            <a:r>
              <a:rPr lang="en-US" sz="1100" i="0" kern="1200" dirty="0" err="1">
                <a:solidFill>
                  <a:srgbClr val="0D0D0D"/>
                </a:solidFill>
                <a:effectLst/>
                <a:highlight>
                  <a:srgbClr val="FFFFFF"/>
                </a:highlight>
                <a:latin typeface="Inter" panose="020B0604020202020204" charset="0"/>
                <a:ea typeface="Inter" panose="020B0604020202020204" charset="0"/>
                <a:cs typeface="+mn-cs"/>
              </a:rPr>
              <a:t>anof</a:t>
            </a:r>
            <a:r>
              <a:rPr lang="en-US" sz="1100" i="0" kern="1200" dirty="0">
                <a:solidFill>
                  <a:srgbClr val="0D0D0D"/>
                </a:solidFill>
                <a:effectLst/>
                <a:highlight>
                  <a:srgbClr val="FFFFFF"/>
                </a:highlight>
                <a:latin typeface="Inter" panose="020B0604020202020204" charset="0"/>
                <a:ea typeface="Inter" panose="020B0604020202020204" charset="0"/>
                <a:cs typeface="+mn-cs"/>
              </a:rPr>
              <a:t> leave or compensation they are entitled to</a:t>
            </a: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Our Solution</a:t>
            </a:r>
            <a:r>
              <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rPr>
              <a:t> </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100" kern="1200" dirty="0">
                <a:solidFill>
                  <a:srgbClr val="071620"/>
                </a:solidFill>
                <a:latin typeface="Inter" panose="020B0604020202020204" charset="0"/>
                <a:ea typeface="Inter" panose="020B0604020202020204" charset="0"/>
                <a:cs typeface="+mn-cs"/>
              </a:rPr>
              <a:t>Configuration of an LSL Remediation and Compliance database that shall include all LSL calculations as per State/Territory and Company Policy</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100" kern="1200" dirty="0">
                <a:solidFill>
                  <a:srgbClr val="071620"/>
                </a:solidFill>
                <a:latin typeface="Inter" panose="020B0604020202020204" charset="0"/>
                <a:ea typeface="Inter" panose="020B0604020202020204" charset="0"/>
                <a:cs typeface="+mn-cs"/>
              </a:rPr>
              <a:t>Development of Business Intelligent dashboards for real-time reporting, accurate data analysis, compliance and audit requirements</a:t>
            </a: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Outcome</a:t>
            </a:r>
            <a:endPar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endParaRPr>
          </a:p>
          <a:p>
            <a:pPr marR="0" lvl="0" defTabSz="914400" rtl="0" eaLnBrk="1" fontAlgn="auto" latinLnBrk="0" hangingPunct="1">
              <a:lnSpc>
                <a:spcPct val="100000"/>
              </a:lnSpc>
              <a:spcBef>
                <a:spcPts val="0"/>
              </a:spcBef>
              <a:spcAft>
                <a:spcPts val="400"/>
              </a:spcAft>
              <a:buClrTx/>
              <a:buSzPct val="80000"/>
              <a:tabLst/>
              <a:defRPr/>
            </a:pPr>
            <a:r>
              <a:rPr lang="en-US" sz="1100" i="0" kern="1200" dirty="0">
                <a:solidFill>
                  <a:srgbClr val="0D0D0D"/>
                </a:solidFill>
                <a:effectLst/>
                <a:highlight>
                  <a:srgbClr val="FFFFFF"/>
                </a:highlight>
                <a:latin typeface="Inter" panose="020B0604020202020204" charset="0"/>
                <a:ea typeface="Inter" panose="020B0604020202020204" charset="0"/>
                <a:cs typeface="+mn-cs"/>
              </a:rPr>
              <a:t>The remediation process included reviewing the payroll systems, identifying affected employees, and making the necessary payments to correct the errors</a:t>
            </a:r>
          </a:p>
        </p:txBody>
      </p:sp>
      <p:sp>
        <p:nvSpPr>
          <p:cNvPr id="6" name="TextBox 5">
            <a:extLst>
              <a:ext uri="{FF2B5EF4-FFF2-40B4-BE49-F238E27FC236}">
                <a16:creationId xmlns:a16="http://schemas.microsoft.com/office/drawing/2014/main" id="{67C7DCBB-9900-B8FD-E4C2-D0D1A104A37A}"/>
              </a:ext>
            </a:extLst>
          </p:cNvPr>
          <p:cNvSpPr txBox="1"/>
          <p:nvPr/>
        </p:nvSpPr>
        <p:spPr>
          <a:xfrm>
            <a:off x="4257735" y="1443699"/>
            <a:ext cx="3721213" cy="4441373"/>
          </a:xfrm>
          <a:prstGeom prst="rect">
            <a:avLst/>
          </a:prstGeom>
          <a:noFill/>
        </p:spPr>
        <p:txBody>
          <a:bodyPr wrap="square" lIns="72000" tIns="72000" rIns="72000" bIns="72000" rtlCol="0" anchor="t">
            <a:noAutofit/>
          </a:bodyPr>
          <a:lstStyle/>
          <a:p>
            <a:pPr marL="0" marR="0" lvl="0" indent="0" algn="l" defTabSz="914400" rtl="0" eaLnBrk="1" fontAlgn="auto" latinLnBrk="0" hangingPunct="1">
              <a:lnSpc>
                <a:spcPct val="100000"/>
              </a:lnSpc>
              <a:spcBef>
                <a:spcPts val="0"/>
              </a:spcBef>
              <a:spcAft>
                <a:spcPts val="400"/>
              </a:spcAft>
              <a:buClrTx/>
              <a:buSzPct val="80000"/>
              <a:buFontTx/>
              <a:buNone/>
              <a:tabLst/>
              <a:defRPr/>
            </a:pPr>
            <a:r>
              <a:rPr kumimoji="0" lang="en-US" sz="1600" b="1" i="0" u="none" strike="noStrike" kern="1200" cap="none" spc="0" normalizeH="0" baseline="0" noProof="0" dirty="0">
                <a:ln>
                  <a:noFill/>
                </a:ln>
                <a:solidFill>
                  <a:srgbClr val="EA5454"/>
                </a:solidFill>
                <a:effectLst/>
                <a:uLnTx/>
                <a:uFillTx/>
                <a:latin typeface="Georgia" panose="02040502050405020303" pitchFamily="18" charset="0"/>
                <a:ea typeface="+mn-ea"/>
                <a:cs typeface="+mn-cs"/>
              </a:rPr>
              <a:t>Superannuation Remediation</a:t>
            </a: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05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Challenge</a:t>
            </a:r>
            <a:r>
              <a:rPr kumimoji="0" lang="en-US" sz="1050" u="none" strike="noStrike" kern="1200" cap="none" spc="0" normalizeH="0" baseline="0" noProof="0" dirty="0">
                <a:ln>
                  <a:noFill/>
                </a:ln>
                <a:solidFill>
                  <a:srgbClr val="071620"/>
                </a:solidFill>
                <a:uLnTx/>
                <a:uFillTx/>
                <a:latin typeface="Inter" panose="020B0604020202020204" charset="0"/>
                <a:ea typeface="Inter" panose="020B0604020202020204" charset="0"/>
                <a:cs typeface="+mn-cs"/>
              </a:rPr>
              <a:t> </a:t>
            </a:r>
            <a:endParaRPr lang="en-US" sz="1050" b="0" i="0" dirty="0">
              <a:solidFill>
                <a:srgbClr val="0D0D0D"/>
              </a:solidFill>
              <a:effectLst/>
              <a:highlight>
                <a:srgbClr val="FFFFFF"/>
              </a:highlight>
              <a:latin typeface="Inter" panose="020B0604020202020204" charset="0"/>
              <a:ea typeface="Inter" panose="020B0604020202020204" charset="0"/>
            </a:endParaRP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050" kern="1200" dirty="0">
                <a:solidFill>
                  <a:srgbClr val="0D0D0D"/>
                </a:solidFill>
                <a:highlight>
                  <a:srgbClr val="FFFFFF"/>
                </a:highlight>
                <a:latin typeface="Inter" panose="020B0604020202020204" charset="0"/>
                <a:ea typeface="Inter" panose="020B0604020202020204" charset="0"/>
                <a:cs typeface="+mn-cs"/>
              </a:rPr>
              <a:t>To correct superannuation rules configuration in the payroll system resulting in inaccurate information being provided to the superannuation fund</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050" kern="1200" dirty="0">
                <a:solidFill>
                  <a:srgbClr val="0D0D0D"/>
                </a:solidFill>
                <a:highlight>
                  <a:srgbClr val="FFFFFF"/>
                </a:highlight>
                <a:latin typeface="Inter" panose="020B0604020202020204" charset="0"/>
                <a:ea typeface="Inter" panose="020B0604020202020204" charset="0"/>
                <a:cs typeface="+mn-cs"/>
              </a:rPr>
              <a:t>To correct </a:t>
            </a:r>
            <a:r>
              <a:rPr kumimoji="0" lang="en-US" sz="1050" u="none" strike="noStrike" kern="1200" cap="none" spc="0" normalizeH="0" baseline="0" noProof="0" dirty="0">
                <a:ln>
                  <a:noFill/>
                </a:ln>
                <a:solidFill>
                  <a:srgbClr val="0D0D0D"/>
                </a:solidFill>
                <a:highlight>
                  <a:srgbClr val="FFFFFF"/>
                </a:highlight>
                <a:uLnTx/>
                <a:uFillTx/>
                <a:latin typeface="Inter" panose="020B0604020202020204" charset="0"/>
                <a:ea typeface="Inter" panose="020B0604020202020204" charset="0"/>
                <a:cs typeface="+mn-cs"/>
              </a:rPr>
              <a:t>business process issues performed by the Payroll team in the treatment of the definitions of super calculations</a:t>
            </a: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05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Our Solution</a:t>
            </a:r>
            <a:r>
              <a:rPr kumimoji="0" lang="en-US" sz="105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rPr>
              <a:t> </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050" kern="1200" dirty="0">
                <a:solidFill>
                  <a:srgbClr val="071620"/>
                </a:solidFill>
                <a:latin typeface="Inter" panose="020B0604020202020204" charset="0"/>
                <a:ea typeface="Inter" panose="020B0604020202020204" charset="0"/>
                <a:cs typeface="+mn-cs"/>
              </a:rPr>
              <a:t>Document AS-IS superannuation calculations to determine the errors to support the TO-BE calculations</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050" kern="1200" dirty="0">
                <a:solidFill>
                  <a:srgbClr val="071620"/>
                </a:solidFill>
                <a:latin typeface="Inter" panose="020B0604020202020204" charset="0"/>
                <a:ea typeface="Inter" panose="020B0604020202020204" charset="0"/>
                <a:cs typeface="+mn-cs"/>
              </a:rPr>
              <a:t>Document AS-IS business processes to identify gaps and create the TO-BE</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050" kern="1200" dirty="0">
                <a:solidFill>
                  <a:srgbClr val="071620"/>
                </a:solidFill>
                <a:latin typeface="Inter" panose="020B0604020202020204" charset="0"/>
                <a:ea typeface="Inter" panose="020B0604020202020204" charset="0"/>
                <a:cs typeface="+mn-cs"/>
              </a:rPr>
              <a:t>Configure additional screens and tables in the payroll system to capture additional employee and superannuation data to support the calculations </a:t>
            </a:r>
            <a:endParaRPr kumimoji="0" lang="en-US" sz="105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05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Outcome</a:t>
            </a:r>
            <a:endParaRPr kumimoji="0" lang="en-US" sz="105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endParaRPr>
          </a:p>
          <a:p>
            <a:pPr>
              <a:spcAft>
                <a:spcPts val="400"/>
              </a:spcAft>
              <a:buClrTx/>
              <a:buSzPct val="80000"/>
              <a:defRPr/>
            </a:pPr>
            <a:r>
              <a:rPr lang="en-US" sz="1050" kern="1200" dirty="0">
                <a:solidFill>
                  <a:srgbClr val="071620"/>
                </a:solidFill>
                <a:latin typeface="Inter" panose="020B0604020202020204" charset="0"/>
                <a:ea typeface="Inter" panose="020B0604020202020204" charset="0"/>
                <a:cs typeface="+mn-cs"/>
              </a:rPr>
              <a:t>Configuration of correct superannuation calculations in the payroll system for both Defined Benefits and Accumulation schemes. Calculations align with Super fund rules, Enterprise Agreements and Company Policy</a:t>
            </a:r>
          </a:p>
          <a:p>
            <a:pPr>
              <a:spcAft>
                <a:spcPts val="400"/>
              </a:spcAft>
              <a:buClrTx/>
              <a:buSzPct val="80000"/>
              <a:defRPr/>
            </a:pPr>
            <a:endParaRPr lang="en-US" sz="1100" kern="1200" dirty="0">
              <a:solidFill>
                <a:srgbClr val="071620"/>
              </a:solidFill>
              <a:latin typeface="Inter" panose="020B0604020202020204" charset="0"/>
              <a:ea typeface="Inter" panose="020B0604020202020204" charset="0"/>
              <a:cs typeface="+mn-cs"/>
            </a:endParaRPr>
          </a:p>
          <a:p>
            <a:pPr>
              <a:spcAft>
                <a:spcPts val="400"/>
              </a:spcAft>
              <a:buClrTx/>
              <a:buSzPct val="80000"/>
              <a:defRPr/>
            </a:pPr>
            <a:endParaRPr lang="en-US" sz="1200" kern="1200" dirty="0">
              <a:solidFill>
                <a:srgbClr val="071620"/>
              </a:solidFill>
              <a:latin typeface="Inter" panose="020B0604020202020204" charset="0"/>
              <a:ea typeface="Inter" panose="020B0604020202020204" charset="0"/>
              <a:cs typeface="+mn-cs"/>
            </a:endParaRPr>
          </a:p>
          <a:p>
            <a:pPr>
              <a:spcAft>
                <a:spcPts val="400"/>
              </a:spcAft>
              <a:buClrTx/>
              <a:buSzPct val="80000"/>
              <a:defRPr/>
            </a:pPr>
            <a:endParaRPr lang="en-US" sz="1200" kern="1200" dirty="0">
              <a:solidFill>
                <a:srgbClr val="071620"/>
              </a:solidFill>
              <a:latin typeface="Inter" panose="020B0604020202020204" charset="0"/>
              <a:ea typeface="Inter" panose="020B0604020202020204" charset="0"/>
              <a:cs typeface="+mn-cs"/>
            </a:endParaRPr>
          </a:p>
          <a:p>
            <a:pPr>
              <a:spcAft>
                <a:spcPts val="400"/>
              </a:spcAft>
              <a:buClrTx/>
              <a:buSzPct val="80000"/>
              <a:defRPr/>
            </a:pPr>
            <a:endParaRPr lang="en-US" sz="1200" kern="1200" dirty="0">
              <a:solidFill>
                <a:srgbClr val="071620"/>
              </a:solidFill>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200" b="0" i="0" u="none" strike="noStrike" kern="1200" cap="none" spc="0" normalizeH="0" baseline="0" noProof="0" dirty="0">
              <a:ln>
                <a:noFill/>
              </a:ln>
              <a:solidFill>
                <a:srgbClr val="071620"/>
              </a:solidFill>
              <a:effectLst/>
              <a:uLnTx/>
              <a:uFillTx/>
              <a:latin typeface="Calibri" panose="020F0502020204030204"/>
              <a:ea typeface="+mn-ea"/>
              <a:cs typeface="+mn-cs"/>
            </a:endParaRPr>
          </a:p>
        </p:txBody>
      </p:sp>
      <p:graphicFrame>
        <p:nvGraphicFramePr>
          <p:cNvPr id="5" name="think-cell data - do not delete" hidden="1">
            <a:extLst>
              <a:ext uri="{FF2B5EF4-FFF2-40B4-BE49-F238E27FC236}">
                <a16:creationId xmlns:a16="http://schemas.microsoft.com/office/drawing/2014/main" id="{9D141CB2-CEEB-FF18-8990-D0636152D27E}"/>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9D141CB2-CEEB-FF18-8990-D0636152D27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63E1C8C-2BD6-CA6D-EC7E-86A5B294F2AB}"/>
              </a:ext>
            </a:extLst>
          </p:cNvPr>
          <p:cNvSpPr>
            <a:spLocks noGrp="1"/>
          </p:cNvSpPr>
          <p:nvPr>
            <p:ph type="title"/>
          </p:nvPr>
        </p:nvSpPr>
        <p:spPr/>
        <p:txBody>
          <a:bodyPr vert="horz">
            <a:normAutofit/>
          </a:bodyPr>
          <a:lstStyle/>
          <a:p>
            <a:r>
              <a:rPr lang="en-US" dirty="0"/>
              <a:t>Client Case Studies - </a:t>
            </a:r>
            <a:r>
              <a:rPr kumimoji="0" lang="en-US" sz="2800" u="none" strike="noStrike" kern="1200" cap="none" spc="0" normalizeH="0" baseline="0" noProof="0" dirty="0">
                <a:ln>
                  <a:noFill/>
                </a:ln>
                <a:solidFill>
                  <a:schemeClr val="tx1"/>
                </a:solidFill>
                <a:effectLst/>
                <a:uLnTx/>
                <a:uFillTx/>
                <a:latin typeface="Georgia" panose="02040502050405020303" pitchFamily="18" charset="0"/>
                <a:ea typeface="+mn-ea"/>
                <a:cs typeface="+mn-cs"/>
              </a:rPr>
              <a:t>Aviation Client (Payroll)</a:t>
            </a:r>
            <a:endParaRPr lang="en-AU" dirty="0">
              <a:solidFill>
                <a:schemeClr val="tx1"/>
              </a:solidFill>
            </a:endParaRPr>
          </a:p>
        </p:txBody>
      </p:sp>
      <p:sp>
        <p:nvSpPr>
          <p:cNvPr id="7" name="TextBox 6">
            <a:extLst>
              <a:ext uri="{FF2B5EF4-FFF2-40B4-BE49-F238E27FC236}">
                <a16:creationId xmlns:a16="http://schemas.microsoft.com/office/drawing/2014/main" id="{EFB48098-0912-6C5E-4685-F0096B8E83D8}"/>
              </a:ext>
            </a:extLst>
          </p:cNvPr>
          <p:cNvSpPr txBox="1"/>
          <p:nvPr/>
        </p:nvSpPr>
        <p:spPr>
          <a:xfrm>
            <a:off x="334960" y="1453224"/>
            <a:ext cx="3721213" cy="4441373"/>
          </a:xfrm>
          <a:prstGeom prst="rect">
            <a:avLst/>
          </a:prstGeom>
          <a:noFill/>
        </p:spPr>
        <p:txBody>
          <a:bodyPr wrap="square" lIns="72000" tIns="72000" rIns="72000" bIns="72000" rtlCol="0" anchor="t">
            <a:noAutofit/>
          </a:bodyPr>
          <a:lstStyle/>
          <a:p>
            <a:pPr marL="0" marR="0" lvl="0" indent="0" algn="l" defTabSz="914400" rtl="0" eaLnBrk="1" fontAlgn="auto" latinLnBrk="0" hangingPunct="1">
              <a:lnSpc>
                <a:spcPct val="100000"/>
              </a:lnSpc>
              <a:spcBef>
                <a:spcPts val="0"/>
              </a:spcBef>
              <a:spcAft>
                <a:spcPts val="400"/>
              </a:spcAft>
              <a:buClrTx/>
              <a:buSzPct val="80000"/>
              <a:buFontTx/>
              <a:buNone/>
              <a:tabLst/>
              <a:defRPr/>
            </a:pPr>
            <a:r>
              <a:rPr lang="en-US" sz="1600" b="1" kern="1200" dirty="0">
                <a:solidFill>
                  <a:srgbClr val="EA5454"/>
                </a:solidFill>
                <a:latin typeface="Georgia" panose="02040502050405020303" pitchFamily="18" charset="0"/>
                <a:ea typeface="+mn-ea"/>
                <a:cs typeface="+mn-cs"/>
              </a:rPr>
              <a:t>Re-Platform Payroll Solution</a:t>
            </a:r>
            <a:endParaRPr kumimoji="0" lang="en-US" sz="1600" b="1" i="0" u="none" strike="noStrike" kern="1200" cap="none" spc="0" normalizeH="0" baseline="0" noProof="0" dirty="0">
              <a:ln>
                <a:noFill/>
              </a:ln>
              <a:solidFill>
                <a:srgbClr val="EA5454"/>
              </a:solidFill>
              <a:effectLst/>
              <a:uLnTx/>
              <a:uFillTx/>
              <a:latin typeface="Georgia" panose="02040502050405020303" pitchFamily="18" charset="0"/>
              <a:ea typeface="+mn-ea"/>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Challenge</a:t>
            </a:r>
            <a:r>
              <a:rPr kumimoji="0" lang="en-US" sz="1100" u="none" strike="noStrike" kern="1200" cap="none" spc="0" normalizeH="0" baseline="0" noProof="0" dirty="0">
                <a:ln>
                  <a:noFill/>
                </a:ln>
                <a:solidFill>
                  <a:srgbClr val="071620"/>
                </a:solidFill>
                <a:uLnTx/>
                <a:uFillTx/>
                <a:latin typeface="Inter" panose="020B0604020202020204" charset="0"/>
                <a:ea typeface="Inter" panose="020B0604020202020204" charset="0"/>
                <a:cs typeface="+mn-cs"/>
              </a:rPr>
              <a:t> </a:t>
            </a:r>
            <a:endParaRPr lang="en-US" sz="1100" b="0" i="0" dirty="0">
              <a:solidFill>
                <a:srgbClr val="0D0D0D"/>
              </a:solidFill>
              <a:effectLst/>
              <a:highlight>
                <a:srgbClr val="FFFFFF"/>
              </a:highlight>
              <a:latin typeface="Inter" panose="020B0604020202020204" charset="0"/>
              <a:ea typeface="Inter" panose="020B0604020202020204" charset="0"/>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u="none" strike="noStrike" kern="1200" cap="none" spc="0" normalizeH="0" baseline="0" noProof="0" dirty="0">
                <a:ln>
                  <a:noFill/>
                </a:ln>
                <a:solidFill>
                  <a:srgbClr val="0D0D0D"/>
                </a:solidFill>
                <a:highlight>
                  <a:srgbClr val="FFFFFF"/>
                </a:highlight>
                <a:uLnTx/>
                <a:uFillTx/>
                <a:latin typeface="Inter" panose="020B0604020202020204" charset="0"/>
                <a:ea typeface="Inter" panose="020B0604020202020204" charset="0"/>
                <a:cs typeface="+mn-cs"/>
              </a:rPr>
              <a:t>Migrate the payroll</a:t>
            </a:r>
            <a:r>
              <a:rPr lang="en-US" sz="1100" kern="1200" dirty="0">
                <a:solidFill>
                  <a:srgbClr val="0D0D0D"/>
                </a:solidFill>
                <a:highlight>
                  <a:srgbClr val="FFFFFF"/>
                </a:highlight>
                <a:latin typeface="Inter" panose="020B0604020202020204" charset="0"/>
                <a:ea typeface="Inter" panose="020B0604020202020204" charset="0"/>
                <a:cs typeface="+mn-cs"/>
              </a:rPr>
              <a:t>l system from an IBM Mainframe to a Microsoft Windows platform consisting of two distinct parts:</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kumimoji="0" lang="en-US" sz="1100" u="none" strike="noStrike" kern="1200" cap="none" spc="0" normalizeH="0" baseline="0" noProof="0" dirty="0">
                <a:ln>
                  <a:noFill/>
                </a:ln>
                <a:solidFill>
                  <a:srgbClr val="0D0D0D"/>
                </a:solidFill>
                <a:highlight>
                  <a:srgbClr val="FFFFFF"/>
                </a:highlight>
                <a:uLnTx/>
                <a:uFillTx/>
                <a:latin typeface="Inter" panose="020B0604020202020204" charset="0"/>
                <a:ea typeface="Inter" panose="020B0604020202020204" charset="0"/>
                <a:cs typeface="+mn-cs"/>
              </a:rPr>
              <a:t>Migration of the core payroll application to Windows</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100" kern="1200" dirty="0">
                <a:solidFill>
                  <a:srgbClr val="0D0D0D"/>
                </a:solidFill>
                <a:highlight>
                  <a:srgbClr val="FFFFFF"/>
                </a:highlight>
                <a:latin typeface="Inter" panose="020B0604020202020204" charset="0"/>
                <a:ea typeface="Inter" panose="020B0604020202020204" charset="0"/>
                <a:cs typeface="+mn-cs"/>
              </a:rPr>
              <a:t>Migration of the client’s bespoke mainframe components</a:t>
            </a:r>
            <a:endParaRPr lang="en-US" sz="1100" b="1" i="0" kern="1200" dirty="0">
              <a:solidFill>
                <a:srgbClr val="0D0D0D"/>
              </a:solidFill>
              <a:effectLst/>
              <a:highlight>
                <a:srgbClr val="FFFFFF"/>
              </a:highlight>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Our Solution</a:t>
            </a:r>
            <a:r>
              <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rPr>
              <a:t> </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rPr>
              <a:t>A step change in technology to effectively control the payroll environment, mandate automation and </a:t>
            </a:r>
            <a:r>
              <a:rPr kumimoji="0" lang="en-US" sz="1100" b="0" i="0" u="none" strike="noStrike" kern="1200" cap="none" spc="0" normalizeH="0" baseline="0" noProof="0" dirty="0" err="1">
                <a:ln>
                  <a:noFill/>
                </a:ln>
                <a:solidFill>
                  <a:srgbClr val="071620"/>
                </a:solidFill>
                <a:effectLst/>
                <a:uLnTx/>
                <a:uFillTx/>
                <a:latin typeface="Inter" panose="020B0604020202020204" charset="0"/>
                <a:ea typeface="Inter" panose="020B0604020202020204" charset="0"/>
                <a:cs typeface="+mn-cs"/>
              </a:rPr>
              <a:t>standardise</a:t>
            </a:r>
            <a:r>
              <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rPr>
              <a:t> business processes</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lang="en-US" sz="1100" kern="1200" dirty="0">
                <a:solidFill>
                  <a:srgbClr val="071620"/>
                </a:solidFill>
                <a:latin typeface="Inter" panose="020B0604020202020204" charset="0"/>
                <a:ea typeface="Inter" panose="020B0604020202020204" charset="0"/>
                <a:cs typeface="+mn-cs"/>
              </a:rPr>
              <a:t>De-risk the supportability of the payroll technology environment</a:t>
            </a:r>
          </a:p>
          <a:p>
            <a:pPr marL="228600" marR="0" lvl="0" indent="-228600" defTabSz="914400" rtl="0" eaLnBrk="1" fontAlgn="auto" latinLnBrk="0" hangingPunct="1">
              <a:lnSpc>
                <a:spcPct val="100000"/>
              </a:lnSpc>
              <a:spcBef>
                <a:spcPts val="0"/>
              </a:spcBef>
              <a:spcAft>
                <a:spcPts val="400"/>
              </a:spcAft>
              <a:buClrTx/>
              <a:buSzPct val="80000"/>
              <a:buFont typeface="Arial" panose="020B0604020202020204" pitchFamily="34" charset="0"/>
              <a:buChar char="•"/>
              <a:tabLst/>
              <a:defRPr/>
            </a:pPr>
            <a:r>
              <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rPr>
              <a:t>Migrate the payroll system to Microsoft Windows platform</a:t>
            </a:r>
          </a:p>
          <a:p>
            <a:pPr marL="0" marR="0" lvl="0" indent="0" defTabSz="914400" rtl="0" eaLnBrk="1" fontAlgn="auto" latinLnBrk="0" hangingPunct="1">
              <a:lnSpc>
                <a:spcPct val="100000"/>
              </a:lnSpc>
              <a:spcBef>
                <a:spcPts val="0"/>
              </a:spcBef>
              <a:spcAft>
                <a:spcPts val="400"/>
              </a:spcAft>
              <a:buClrTx/>
              <a:buSzPct val="80000"/>
              <a:buFontTx/>
              <a:buNone/>
              <a:tabLst/>
              <a:defRPr/>
            </a:pPr>
            <a:endPar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1" i="0" u="none" strike="noStrike" kern="1200" cap="none" spc="0" normalizeH="0" baseline="0" noProof="0" dirty="0">
                <a:ln>
                  <a:noFill/>
                </a:ln>
                <a:solidFill>
                  <a:srgbClr val="E33B2C"/>
                </a:solidFill>
                <a:effectLst/>
                <a:uLnTx/>
                <a:uFillTx/>
                <a:latin typeface="Inter" panose="020B0604020202020204" charset="0"/>
                <a:ea typeface="Inter" panose="020B0604020202020204" charset="0"/>
                <a:cs typeface="+mn-cs"/>
              </a:rPr>
              <a:t>Outcome</a:t>
            </a:r>
            <a:endParaRPr kumimoji="0" lang="en-US" sz="1100" b="0" i="0" u="none" strike="noStrike" kern="1200" cap="none" spc="0" normalizeH="0" baseline="0" noProof="0" dirty="0">
              <a:ln>
                <a:noFill/>
              </a:ln>
              <a:solidFill>
                <a:srgbClr val="071620"/>
              </a:solidFill>
              <a:effectLst/>
              <a:uLnTx/>
              <a:uFillTx/>
              <a:latin typeface="Inter" panose="020B0604020202020204" charset="0"/>
              <a:ea typeface="Inter" panose="020B0604020202020204" charset="0"/>
              <a:cs typeface="+mn-cs"/>
            </a:endParaRPr>
          </a:p>
          <a:p>
            <a:pPr marL="0" marR="0" lvl="0" indent="0" defTabSz="914400" rtl="0" eaLnBrk="1" fontAlgn="auto" latinLnBrk="0" hangingPunct="1">
              <a:lnSpc>
                <a:spcPct val="100000"/>
              </a:lnSpc>
              <a:spcBef>
                <a:spcPts val="0"/>
              </a:spcBef>
              <a:spcAft>
                <a:spcPts val="400"/>
              </a:spcAft>
              <a:buClrTx/>
              <a:buSzPct val="80000"/>
              <a:buFontTx/>
              <a:buNone/>
              <a:tabLst/>
              <a:defRPr/>
            </a:pPr>
            <a:r>
              <a:rPr kumimoji="0" lang="en-US" sz="1100" b="0" i="0" u="none" strike="noStrike" kern="1200" cap="none" spc="0" normalizeH="0" baseline="0" noProof="0" dirty="0">
                <a:ln>
                  <a:noFill/>
                </a:ln>
                <a:solidFill>
                  <a:srgbClr val="071620"/>
                </a:solidFill>
                <a:effectLst/>
                <a:uLnTx/>
                <a:uFillTx/>
                <a:latin typeface="Calibri" panose="020F0502020204030204"/>
                <a:ea typeface="+mn-ea"/>
                <a:cs typeface="+mn-cs"/>
              </a:rPr>
              <a:t>Significant customer savings, run costs, employee headcount and new technologies introduced to the client including self service capability, integrated leave management and integrations</a:t>
            </a:r>
          </a:p>
        </p:txBody>
      </p:sp>
      <p:cxnSp>
        <p:nvCxnSpPr>
          <p:cNvPr id="8" name="Straight Connector 7">
            <a:extLst>
              <a:ext uri="{FF2B5EF4-FFF2-40B4-BE49-F238E27FC236}">
                <a16:creationId xmlns:a16="http://schemas.microsoft.com/office/drawing/2014/main" id="{3852BDE7-EA2B-EB33-8D6F-24A463AB1F6E}"/>
              </a:ext>
            </a:extLst>
          </p:cNvPr>
          <p:cNvCxnSpPr>
            <a:cxnSpLocks/>
          </p:cNvCxnSpPr>
          <p:nvPr/>
        </p:nvCxnSpPr>
        <p:spPr>
          <a:xfrm flipV="1">
            <a:off x="4117030" y="1443699"/>
            <a:ext cx="0" cy="48960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F3EFF3-9D83-77A0-1A17-29984A946610}"/>
              </a:ext>
            </a:extLst>
          </p:cNvPr>
          <p:cNvCxnSpPr>
            <a:cxnSpLocks/>
          </p:cNvCxnSpPr>
          <p:nvPr/>
        </p:nvCxnSpPr>
        <p:spPr>
          <a:xfrm flipV="1">
            <a:off x="8016347" y="1443699"/>
            <a:ext cx="0" cy="48960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Rounded Rectangle 9">
            <a:extLst>
              <a:ext uri="{FF2B5EF4-FFF2-40B4-BE49-F238E27FC236}">
                <a16:creationId xmlns:a16="http://schemas.microsoft.com/office/drawing/2014/main" id="{BE9E1276-3A71-DC65-69E9-71E804BA3070}"/>
              </a:ext>
            </a:extLst>
          </p:cNvPr>
          <p:cNvSpPr/>
          <p:nvPr/>
        </p:nvSpPr>
        <p:spPr>
          <a:xfrm>
            <a:off x="361493" y="5953980"/>
            <a:ext cx="3630812" cy="537232"/>
          </a:xfrm>
          <a:prstGeom prst="roundRect">
            <a:avLst>
              <a:gd name="adj" fmla="val 50000"/>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marL="0" marR="0" lvl="0" indent="0" defTabSz="914400" rtl="0" eaLnBrk="1" fontAlgn="auto" latinLnBrk="0" hangingPunct="1">
              <a:lnSpc>
                <a:spcPct val="100000"/>
              </a:lnSpc>
              <a:spcBef>
                <a:spcPts val="0"/>
              </a:spcBef>
              <a:spcAft>
                <a:spcPts val="0"/>
              </a:spcAft>
              <a:buClrTx/>
              <a:buSzPct val="80000"/>
              <a:buFontTx/>
              <a:buNone/>
              <a:tabLst/>
              <a:defRPr/>
            </a:pPr>
            <a:r>
              <a:rPr kumimoji="0" lang="en-US" sz="1050" b="0" i="0" u="none" strike="noStrike" kern="1200" cap="none" spc="0" normalizeH="0" baseline="0" noProof="0" dirty="0">
                <a:ln>
                  <a:noFill/>
                </a:ln>
                <a:solidFill>
                  <a:srgbClr val="071620"/>
                </a:solidFill>
                <a:effectLst/>
                <a:uLnTx/>
                <a:uFillTx/>
                <a:latin typeface="Calibri" panose="020F0502020204030204"/>
                <a:ea typeface="+mn-ea"/>
                <a:cs typeface="+mn-cs"/>
              </a:rPr>
              <a:t>Improved sustainability of the payroll environment and places client in a better position for Payroll Transformation</a:t>
            </a:r>
          </a:p>
        </p:txBody>
      </p:sp>
      <p:sp>
        <p:nvSpPr>
          <p:cNvPr id="23" name="Rounded Rectangle 10">
            <a:extLst>
              <a:ext uri="{FF2B5EF4-FFF2-40B4-BE49-F238E27FC236}">
                <a16:creationId xmlns:a16="http://schemas.microsoft.com/office/drawing/2014/main" id="{FDC56520-8766-DD31-F703-768135A2F85C}"/>
              </a:ext>
            </a:extLst>
          </p:cNvPr>
          <p:cNvSpPr/>
          <p:nvPr/>
        </p:nvSpPr>
        <p:spPr>
          <a:xfrm>
            <a:off x="4282261" y="5974817"/>
            <a:ext cx="3627478" cy="516840"/>
          </a:xfrm>
          <a:prstGeom prst="roundRect">
            <a:avLst>
              <a:gd name="adj" fmla="val 50000"/>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a:buClrTx/>
              <a:buSzPct val="80000"/>
              <a:defRPr/>
            </a:pPr>
            <a:r>
              <a:rPr lang="en-US" sz="1050" kern="1200" dirty="0">
                <a:solidFill>
                  <a:srgbClr val="071620"/>
                </a:solidFill>
                <a:latin typeface="Inter" panose="020B0604020202020204" charset="0"/>
                <a:ea typeface="Inter" panose="020B0604020202020204" charset="0"/>
                <a:cs typeface="+mn-cs"/>
              </a:rPr>
              <a:t>Successful remediation of 12 years of superannuation data including underpayments</a:t>
            </a:r>
          </a:p>
        </p:txBody>
      </p:sp>
      <p:sp>
        <p:nvSpPr>
          <p:cNvPr id="24" name="Rounded Rectangle 12">
            <a:extLst>
              <a:ext uri="{FF2B5EF4-FFF2-40B4-BE49-F238E27FC236}">
                <a16:creationId xmlns:a16="http://schemas.microsoft.com/office/drawing/2014/main" id="{F6F09959-6584-2473-9E35-F12F7A327C24}"/>
              </a:ext>
            </a:extLst>
          </p:cNvPr>
          <p:cNvSpPr/>
          <p:nvPr/>
        </p:nvSpPr>
        <p:spPr>
          <a:xfrm>
            <a:off x="463904" y="6013685"/>
            <a:ext cx="829528" cy="417821"/>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100%</a:t>
            </a:r>
          </a:p>
        </p:txBody>
      </p:sp>
      <p:sp>
        <p:nvSpPr>
          <p:cNvPr id="25" name="Rounded Rectangle 13">
            <a:extLst>
              <a:ext uri="{FF2B5EF4-FFF2-40B4-BE49-F238E27FC236}">
                <a16:creationId xmlns:a16="http://schemas.microsoft.com/office/drawing/2014/main" id="{4E0959AF-D176-4CB3-3808-20B5A3A42AEB}"/>
              </a:ext>
            </a:extLst>
          </p:cNvPr>
          <p:cNvSpPr/>
          <p:nvPr/>
        </p:nvSpPr>
        <p:spPr>
          <a:xfrm>
            <a:off x="4363220" y="6029480"/>
            <a:ext cx="829528" cy="402026"/>
          </a:xfrm>
          <a:prstGeom prst="roundRect">
            <a:avLst>
              <a:gd name="adj" fmla="val 4698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100%</a:t>
            </a:r>
          </a:p>
        </p:txBody>
      </p:sp>
      <p:sp>
        <p:nvSpPr>
          <p:cNvPr id="27" name="Rounded Rectangle 10">
            <a:extLst>
              <a:ext uri="{FF2B5EF4-FFF2-40B4-BE49-F238E27FC236}">
                <a16:creationId xmlns:a16="http://schemas.microsoft.com/office/drawing/2014/main" id="{AF1A1195-4C15-BC8D-0EF2-AFED0CA3C989}"/>
              </a:ext>
            </a:extLst>
          </p:cNvPr>
          <p:cNvSpPr/>
          <p:nvPr/>
        </p:nvSpPr>
        <p:spPr>
          <a:xfrm>
            <a:off x="8199695" y="5980703"/>
            <a:ext cx="3627478" cy="516840"/>
          </a:xfrm>
          <a:prstGeom prst="roundRect">
            <a:avLst>
              <a:gd name="adj" fmla="val 50000"/>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36000" tIns="72000" rIns="72000" bIns="72000" rtlCol="0" anchor="ctr"/>
          <a:lstStyle/>
          <a:p>
            <a:pPr>
              <a:buClrTx/>
              <a:buSzPct val="80000"/>
              <a:defRPr/>
            </a:pPr>
            <a:r>
              <a:rPr lang="en-US" sz="950" kern="1200" dirty="0">
                <a:solidFill>
                  <a:srgbClr val="071620"/>
                </a:solidFill>
                <a:latin typeface="Inter" panose="020B0604020202020204" charset="0"/>
              </a:rPr>
              <a:t>The LSL Remediation and Compliance database enhances the accuracy, compliance, and efficiency of managing long service leave calculations</a:t>
            </a:r>
          </a:p>
        </p:txBody>
      </p:sp>
      <p:sp>
        <p:nvSpPr>
          <p:cNvPr id="29" name="Rounded Rectangle 13">
            <a:extLst>
              <a:ext uri="{FF2B5EF4-FFF2-40B4-BE49-F238E27FC236}">
                <a16:creationId xmlns:a16="http://schemas.microsoft.com/office/drawing/2014/main" id="{B4B8A76E-290A-8744-2DFC-5AB96E18CBF3}"/>
              </a:ext>
            </a:extLst>
          </p:cNvPr>
          <p:cNvSpPr/>
          <p:nvPr/>
        </p:nvSpPr>
        <p:spPr>
          <a:xfrm>
            <a:off x="8262536" y="6038110"/>
            <a:ext cx="829528" cy="40202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Pct val="80000"/>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rPr>
              <a:t>100%</a:t>
            </a:r>
          </a:p>
        </p:txBody>
      </p:sp>
    </p:spTree>
    <p:extLst>
      <p:ext uri="{BB962C8B-B14F-4D97-AF65-F5344CB8AC3E}">
        <p14:creationId xmlns:p14="http://schemas.microsoft.com/office/powerpoint/2010/main" val="3244273198"/>
      </p:ext>
    </p:extLst>
  </p:cSld>
  <p:clrMapOvr>
    <a:masterClrMapping/>
  </p:clrMapOvr>
  <mc:AlternateContent xmlns:mc="http://schemas.openxmlformats.org/markup-compatibility/2006" xmlns:p14="http://schemas.microsoft.com/office/powerpoint/2010/main">
    <mc:Choice Requires="p14">
      <p:transition spd="slow" p14:dur="2000" advClick="0" advTm="30000"/>
    </mc:Choice>
    <mc:Fallback xmlns="">
      <p:transition spd="slow" advClick="0" advTm="30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16A37200-268D-234F-44B8-44867A5FE7E9}"/>
            </a:ext>
          </a:extLst>
        </p:cNvPr>
        <p:cNvGrpSpPr/>
        <p:nvPr/>
      </p:nvGrpSpPr>
      <p:grpSpPr>
        <a:xfrm>
          <a:off x="0" y="0"/>
          <a:ext cx="0" cy="0"/>
          <a:chOff x="0" y="0"/>
          <a:chExt cx="0" cy="0"/>
        </a:xfrm>
      </p:grpSpPr>
      <p:sp>
        <p:nvSpPr>
          <p:cNvPr id="259" name="Google Shape;259;p6">
            <a:extLst>
              <a:ext uri="{FF2B5EF4-FFF2-40B4-BE49-F238E27FC236}">
                <a16:creationId xmlns:a16="http://schemas.microsoft.com/office/drawing/2014/main" id="{C6202016-8FCB-FBE1-5553-A700CA690F48}"/>
              </a:ext>
            </a:extLst>
          </p:cNvPr>
          <p:cNvSpPr txBox="1">
            <a:spLocks noGrp="1"/>
          </p:cNvSpPr>
          <p:nvPr>
            <p:ph type="sldNum" idx="12"/>
          </p:nvPr>
        </p:nvSpPr>
        <p:spPr>
          <a:xfrm>
            <a:off x="11735300" y="6616906"/>
            <a:ext cx="127001" cy="139701"/>
          </a:xfrm>
          <a:prstGeom prst="rect">
            <a:avLst/>
          </a:prstGeom>
          <a:noFill/>
          <a:ln>
            <a:noFill/>
          </a:ln>
        </p:spPr>
        <p:txBody>
          <a:bodyPr spcFirstLastPara="1" wrap="square" lIns="0" tIns="0" rIns="0" bIns="0" anchor="ctr" anchorCtr="0">
            <a:spAutoFit/>
          </a:bodyPr>
          <a:lstStyle/>
          <a:p>
            <a:pPr marL="0" lvl="0" indent="0" algn="r" rtl="0">
              <a:lnSpc>
                <a:spcPct val="100000"/>
              </a:lnSpc>
              <a:spcBef>
                <a:spcPts val="0"/>
              </a:spcBef>
              <a:spcAft>
                <a:spcPts val="0"/>
              </a:spcAft>
              <a:buClr>
                <a:srgbClr val="EE8980"/>
              </a:buClr>
              <a:buSzPts val="900"/>
              <a:buFont typeface="Calibri"/>
              <a:buNone/>
            </a:pPr>
            <a:fld id="{00000000-1234-1234-1234-123412341234}" type="slidenum">
              <a:rPr lang="en-US"/>
              <a:t>7</a:t>
            </a:fld>
            <a:endParaRPr/>
          </a:p>
        </p:txBody>
      </p:sp>
      <p:sp>
        <p:nvSpPr>
          <p:cNvPr id="260" name="Google Shape;260;p6">
            <a:extLst>
              <a:ext uri="{FF2B5EF4-FFF2-40B4-BE49-F238E27FC236}">
                <a16:creationId xmlns:a16="http://schemas.microsoft.com/office/drawing/2014/main" id="{3E12B1A3-681F-DAB1-9627-086A94366105}"/>
              </a:ext>
            </a:extLst>
          </p:cNvPr>
          <p:cNvSpPr txBox="1">
            <a:spLocks noGrp="1"/>
          </p:cNvSpPr>
          <p:nvPr>
            <p:ph type="title"/>
          </p:nvPr>
        </p:nvSpPr>
        <p:spPr>
          <a:xfrm>
            <a:off x="334961" y="234000"/>
            <a:ext cx="10440000" cy="720001"/>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rgbClr val="071620"/>
              </a:buClr>
              <a:buSzPts val="2800"/>
              <a:buFont typeface="Georgia"/>
              <a:buNone/>
            </a:pPr>
            <a:r>
              <a:rPr lang="en-US"/>
              <a:t>Client Case Studies – Professional Services</a:t>
            </a:r>
            <a:endParaRPr/>
          </a:p>
        </p:txBody>
      </p:sp>
      <p:cxnSp>
        <p:nvCxnSpPr>
          <p:cNvPr id="262" name="Google Shape;262;p6">
            <a:extLst>
              <a:ext uri="{FF2B5EF4-FFF2-40B4-BE49-F238E27FC236}">
                <a16:creationId xmlns:a16="http://schemas.microsoft.com/office/drawing/2014/main" id="{2EF1833D-4F47-81A2-554B-4DDB138ED9BF}"/>
              </a:ext>
            </a:extLst>
          </p:cNvPr>
          <p:cNvCxnSpPr/>
          <p:nvPr/>
        </p:nvCxnSpPr>
        <p:spPr>
          <a:xfrm rot="10800000" flipH="1">
            <a:off x="7394400" y="1548000"/>
            <a:ext cx="1" cy="4896001"/>
          </a:xfrm>
          <a:prstGeom prst="straightConnector1">
            <a:avLst/>
          </a:prstGeom>
          <a:noFill/>
          <a:ln w="9525" cap="flat" cmpd="sng">
            <a:solidFill>
              <a:schemeClr val="accent4"/>
            </a:solidFill>
            <a:prstDash val="solid"/>
            <a:miter lim="8000"/>
            <a:headEnd type="none" w="sm" len="sm"/>
            <a:tailEnd type="none" w="sm" len="sm"/>
          </a:ln>
        </p:spPr>
      </p:cxnSp>
      <p:sp>
        <p:nvSpPr>
          <p:cNvPr id="263" name="Google Shape;263;p6">
            <a:extLst>
              <a:ext uri="{FF2B5EF4-FFF2-40B4-BE49-F238E27FC236}">
                <a16:creationId xmlns:a16="http://schemas.microsoft.com/office/drawing/2014/main" id="{E1E04B83-6F63-74A9-A61D-106D9D0D8ACC}"/>
              </a:ext>
            </a:extLst>
          </p:cNvPr>
          <p:cNvSpPr txBox="1"/>
          <p:nvPr/>
        </p:nvSpPr>
        <p:spPr>
          <a:xfrm>
            <a:off x="276847" y="1332000"/>
            <a:ext cx="6639000" cy="4885165"/>
          </a:xfrm>
          <a:prstGeom prst="rect">
            <a:avLst/>
          </a:prstGeom>
          <a:noFill/>
          <a:ln>
            <a:noFill/>
          </a:ln>
        </p:spPr>
        <p:txBody>
          <a:bodyPr spcFirstLastPara="1" wrap="square" lIns="72000" tIns="72000" rIns="72000" bIns="72000" anchor="t" anchorCtr="0">
            <a:spAutoFit/>
          </a:bodyPr>
          <a:lstStyle/>
          <a:p>
            <a:pPr marL="0" marR="0" lvl="0" indent="0" algn="l" rtl="0">
              <a:lnSpc>
                <a:spcPct val="100000"/>
              </a:lnSpc>
              <a:spcBef>
                <a:spcPts val="0"/>
              </a:spcBef>
              <a:spcAft>
                <a:spcPts val="0"/>
              </a:spcAft>
              <a:buClr>
                <a:srgbClr val="071620"/>
              </a:buClr>
              <a:buSzPts val="1800"/>
              <a:buFont typeface="Georgia"/>
              <a:buNone/>
            </a:pPr>
            <a:r>
              <a:rPr lang="en-AU" b="1" i="1" u="none" strike="noStrike" cap="none" dirty="0">
                <a:solidFill>
                  <a:srgbClr val="EA5454"/>
                </a:solidFill>
                <a:latin typeface="Georgia"/>
                <a:ea typeface="Georgia"/>
                <a:cs typeface="Georgia"/>
                <a:sym typeface="Georgia"/>
              </a:rPr>
              <a:t>Insurance Client</a:t>
            </a:r>
          </a:p>
          <a:p>
            <a:pPr marL="0" marR="0" lvl="0" indent="0" algn="l" rtl="0">
              <a:lnSpc>
                <a:spcPct val="100000"/>
              </a:lnSpc>
              <a:spcBef>
                <a:spcPts val="0"/>
              </a:spcBef>
              <a:spcAft>
                <a:spcPts val="0"/>
              </a:spcAft>
              <a:buClr>
                <a:srgbClr val="071620"/>
              </a:buClr>
              <a:buSzPts val="1800"/>
              <a:buFont typeface="Georgia"/>
              <a:buNone/>
            </a:pPr>
            <a:r>
              <a:rPr lang="en-AU" sz="1800" b="1" i="0" u="none" strike="noStrike" cap="none" dirty="0" err="1">
                <a:solidFill>
                  <a:srgbClr val="EA5454"/>
                </a:solidFill>
                <a:latin typeface="Georgia"/>
                <a:ea typeface="Georgia"/>
                <a:cs typeface="Georgia"/>
                <a:sym typeface="Georgia"/>
              </a:rPr>
              <a:t>UKGPro</a:t>
            </a:r>
            <a:r>
              <a:rPr lang="en-AU" sz="1800" b="1" i="0" u="none" strike="noStrike" cap="none" dirty="0">
                <a:solidFill>
                  <a:srgbClr val="EA5454"/>
                </a:solidFill>
                <a:latin typeface="Georgia"/>
                <a:ea typeface="Georgia"/>
                <a:cs typeface="Georgia"/>
                <a:sym typeface="Georgia"/>
              </a:rPr>
              <a:t> Implementation Support</a:t>
            </a:r>
            <a:endParaRPr sz="1400" b="1" i="0" u="none" strike="noStrike" cap="none" dirty="0">
              <a:solidFill>
                <a:srgbClr val="EA5454"/>
              </a:solidFill>
              <a:latin typeface="Arial"/>
              <a:ea typeface="Arial"/>
              <a:cs typeface="Arial"/>
              <a:sym typeface="Arial"/>
            </a:endParaRPr>
          </a:p>
          <a:p>
            <a:pPr marL="0" marR="0" lvl="0" indent="0" algn="l" rtl="0">
              <a:lnSpc>
                <a:spcPct val="100000"/>
              </a:lnSpc>
              <a:spcBef>
                <a:spcPts val="400"/>
              </a:spcBef>
              <a:spcAft>
                <a:spcPts val="0"/>
              </a:spcAft>
              <a:buClr>
                <a:srgbClr val="071620"/>
              </a:buClr>
              <a:buSzPts val="1800"/>
              <a:buFont typeface="Georgia"/>
              <a:buNone/>
            </a:pPr>
            <a:endParaRPr sz="1100" b="0" i="0" u="none" strike="noStrike" cap="none" dirty="0">
              <a:solidFill>
                <a:srgbClr val="071620"/>
              </a:solidFill>
              <a:latin typeface="Calibri" panose="020F0502020204030204" pitchFamily="34" charset="0"/>
              <a:ea typeface="Calibri" panose="020F0502020204030204" pitchFamily="34" charset="0"/>
              <a:cs typeface="Calibri" panose="020F0502020204030204" pitchFamily="34" charset="0"/>
              <a:sym typeface="Calibri"/>
            </a:endParaRPr>
          </a:p>
          <a:p>
            <a:pPr>
              <a:spcBef>
                <a:spcPts val="400"/>
              </a:spcBef>
              <a:buClr>
                <a:schemeClr val="accent4"/>
              </a:buClr>
              <a:buSzPts val="1400"/>
            </a:pPr>
            <a:r>
              <a:rPr lang="en-US" sz="1100" b="1" i="0" u="none" strike="noStrike" cap="none" dirty="0">
                <a:solidFill>
                  <a:schemeClr val="accent4"/>
                </a:solidFill>
                <a:latin typeface="Calibri" panose="020F0502020204030204" pitchFamily="34" charset="0"/>
                <a:ea typeface="Calibri" panose="020F0502020204030204" pitchFamily="34" charset="0"/>
                <a:cs typeface="Calibri" panose="020F0502020204030204" pitchFamily="34" charset="0"/>
                <a:sym typeface="Calibri"/>
              </a:rPr>
              <a:t>Challenge</a:t>
            </a:r>
            <a:endParaRPr lang="en-US" sz="1100" b="0" i="0" u="none" strike="noStrike" cap="none" dirty="0">
              <a:solidFill>
                <a:srgbClr val="071620"/>
              </a:solidFill>
              <a:latin typeface="Calibri" panose="020F0502020204030204" pitchFamily="34" charset="0"/>
              <a:ea typeface="Calibri" panose="020F0502020204030204" pitchFamily="34" charset="0"/>
              <a:cs typeface="Calibri" panose="020F0502020204030204" pitchFamily="34" charset="0"/>
              <a:sym typeface="Calibri"/>
            </a:endParaRPr>
          </a:p>
          <a:p>
            <a:pPr>
              <a:spcBef>
                <a:spcPts val="400"/>
              </a:spcBef>
              <a:buClr>
                <a:schemeClr val="accent4"/>
              </a:buClr>
              <a:buSzPts val="1400"/>
            </a:pPr>
            <a:r>
              <a:rPr lang="en-US" sz="1100" b="0" i="0" u="none" strike="noStrike" cap="none" dirty="0">
                <a:solidFill>
                  <a:srgbClr val="071620"/>
                </a:solidFill>
                <a:latin typeface="Calibri" panose="020F0502020204030204" pitchFamily="34" charset="0"/>
                <a:ea typeface="Calibri" panose="020F0502020204030204" pitchFamily="34" charset="0"/>
                <a:cs typeface="Calibri" panose="020F0502020204030204" pitchFamily="34" charset="0"/>
                <a:sym typeface="Calibri"/>
              </a:rPr>
              <a:t>The organisation faced significant challenges in meeting its legal obligations to ensure all employees were being paid correctly as per their EA. There was a need to demonstrate compliance by governing, controlling, and auditing T&amp;A data and entitlement interpretation. The lack of automation and standardisation in entitlement interpretations and payment reconciliation lead to a high volume of manual out of cycle payments, increasing the risk of errors and inefficiencies. Additionally, the employee experience was not streamlined and fell short of industry practices, which impacted overall satisfaction and productivity. Addressing these challenges was crucial for improving compliance, accuracy, overall employee experience and meeting the Fair Work Ombudsman directives</a:t>
            </a:r>
          </a:p>
          <a:p>
            <a:pPr>
              <a:spcBef>
                <a:spcPts val="400"/>
              </a:spcBef>
              <a:buClr>
                <a:schemeClr val="accent4"/>
              </a:buClr>
              <a:buSzPts val="1400"/>
            </a:pPr>
            <a:endParaRPr lang="en-US" sz="1100" b="0" i="0" u="none" strike="noStrike" cap="none" dirty="0">
              <a:solidFill>
                <a:srgbClr val="071620"/>
              </a:solidFill>
              <a:latin typeface="Calibri" panose="020F0502020204030204" pitchFamily="34" charset="0"/>
              <a:ea typeface="Calibri" panose="020F0502020204030204" pitchFamily="34" charset="0"/>
              <a:cs typeface="Calibri" panose="020F0502020204030204" pitchFamily="34" charset="0"/>
              <a:sym typeface="Calibri"/>
            </a:endParaRPr>
          </a:p>
          <a:p>
            <a:pPr>
              <a:spcBef>
                <a:spcPts val="400"/>
              </a:spcBef>
              <a:buClr>
                <a:schemeClr val="accent4"/>
              </a:buClr>
              <a:buSzPts val="1400"/>
            </a:pPr>
            <a:r>
              <a:rPr lang="en-US" sz="1100" b="1" i="0" u="none" strike="noStrike" cap="none" dirty="0">
                <a:solidFill>
                  <a:schemeClr val="accent4"/>
                </a:solidFill>
                <a:latin typeface="Calibri" panose="020F0502020204030204" pitchFamily="34" charset="0"/>
                <a:ea typeface="Calibri" panose="020F0502020204030204" pitchFamily="34" charset="0"/>
                <a:cs typeface="Calibri" panose="020F0502020204030204" pitchFamily="34" charset="0"/>
                <a:sym typeface="Calibri"/>
              </a:rPr>
              <a:t>Our approach</a:t>
            </a:r>
            <a:endParaRPr lang="en-US" sz="1100" b="0" i="0" u="none" strike="noStrike" cap="none" dirty="0">
              <a:solidFill>
                <a:srgbClr val="071620"/>
              </a:solidFill>
              <a:latin typeface="Calibri" panose="020F0502020204030204" pitchFamily="34" charset="0"/>
              <a:ea typeface="Calibri" panose="020F0502020204030204" pitchFamily="34" charset="0"/>
              <a:cs typeface="Calibri" panose="020F0502020204030204" pitchFamily="34" charset="0"/>
              <a:sym typeface="Calibri"/>
            </a:endParaRPr>
          </a:p>
          <a:p>
            <a:pPr marL="171450" indent="-171450">
              <a:spcBef>
                <a:spcPts val="400"/>
              </a:spcBef>
              <a:buClr>
                <a:schemeClr val="accent4"/>
              </a:buClr>
              <a:buSzPct val="100000"/>
              <a:buFont typeface="Wingdings 3" panose="05040102010807070707" pitchFamily="18" charset="2"/>
              <a:buChar char="¬"/>
            </a:pPr>
            <a:r>
              <a:rPr lang="en-US" sz="1100" dirty="0">
                <a:solidFill>
                  <a:srgbClr val="071620"/>
                </a:solidFill>
                <a:latin typeface="Calibri" panose="020F0502020204030204" pitchFamily="34" charset="0"/>
                <a:ea typeface="Calibri" panose="020F0502020204030204" pitchFamily="34" charset="0"/>
                <a:cs typeface="Calibri" panose="020F0502020204030204" pitchFamily="34" charset="0"/>
              </a:rPr>
              <a:t>Reviewed and provided recommendations of their current group policies and business rules to align with pay entitlements according to the EA. </a:t>
            </a:r>
          </a:p>
          <a:p>
            <a:pPr marL="171450" indent="-171450">
              <a:spcBef>
                <a:spcPts val="400"/>
              </a:spcBef>
              <a:buClr>
                <a:schemeClr val="accent4"/>
              </a:buClr>
              <a:buSzPct val="100000"/>
              <a:buFont typeface="Wingdings 3" panose="05040102010807070707" pitchFamily="18" charset="2"/>
              <a:buChar char="¬"/>
            </a:pPr>
            <a:r>
              <a:rPr lang="en-US" sz="1100" dirty="0">
                <a:solidFill>
                  <a:srgbClr val="071620"/>
                </a:solidFill>
                <a:latin typeface="Calibri" panose="020F0502020204030204" pitchFamily="34" charset="0"/>
                <a:ea typeface="Calibri" panose="020F0502020204030204" pitchFamily="34" charset="0"/>
                <a:cs typeface="Calibri" panose="020F0502020204030204" pitchFamily="34" charset="0"/>
              </a:rPr>
              <a:t>Supported the client in the end-to-end interpretation of the EA whilst at the same time applying the functional and technical requirements to ensure the solution met each clause in the EA</a:t>
            </a:r>
          </a:p>
          <a:p>
            <a:pPr marL="171450" indent="-171450">
              <a:spcBef>
                <a:spcPts val="400"/>
              </a:spcBef>
              <a:buClr>
                <a:schemeClr val="accent4"/>
              </a:buClr>
              <a:buSzPct val="100000"/>
              <a:buFont typeface="Wingdings 3" panose="05040102010807070707" pitchFamily="18" charset="2"/>
              <a:buChar char="¬"/>
            </a:pPr>
            <a:r>
              <a:rPr lang="en-US" sz="1100" dirty="0">
                <a:solidFill>
                  <a:srgbClr val="071620"/>
                </a:solidFill>
                <a:latin typeface="Calibri" panose="020F0502020204030204" pitchFamily="34" charset="0"/>
                <a:ea typeface="Calibri" panose="020F0502020204030204" pitchFamily="34" charset="0"/>
                <a:cs typeface="Calibri" panose="020F0502020204030204" pitchFamily="34" charset="0"/>
              </a:rPr>
              <a:t>Developed Transformation logic and tools to support the implementation of UKG Pro. Completed the transformation activities to prepare and update data in SuccessFactors in readiness for implementation cutover.</a:t>
            </a:r>
          </a:p>
          <a:p>
            <a:pPr marL="171450" indent="-171450">
              <a:spcBef>
                <a:spcPts val="400"/>
              </a:spcBef>
              <a:buClr>
                <a:schemeClr val="accent4"/>
              </a:buClr>
              <a:buSzPct val="100000"/>
              <a:buFont typeface="Wingdings 3" panose="05040102010807070707" pitchFamily="18" charset="2"/>
              <a:buChar char="¬"/>
            </a:pPr>
            <a:r>
              <a:rPr lang="en-AU"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Co-designed the solution and </a:t>
            </a:r>
            <a:r>
              <a:rPr lang="en-AU" sz="1100" b="1"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rollout strategy </a:t>
            </a:r>
            <a:r>
              <a:rPr lang="en-AU"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IAGs platform implementation partner, the Project Change Team and key business representatives to help meet its delivery success criteria</a:t>
            </a:r>
            <a:endParaRPr lang="en-AU" sz="1100" b="0" i="0" u="none" strike="noStrike" dirty="0">
              <a:effectLst/>
              <a:latin typeface="Calibri" panose="020F0502020204030204" pitchFamily="34" charset="0"/>
              <a:ea typeface="Calibri" panose="020F0502020204030204" pitchFamily="34" charset="0"/>
              <a:cs typeface="Calibri" panose="020F0502020204030204" pitchFamily="34" charset="0"/>
            </a:endParaRPr>
          </a:p>
          <a:p>
            <a:endParaRPr sz="1100" b="0" i="0" u="none" strike="noStrike" cap="none" dirty="0">
              <a:solidFill>
                <a:srgbClr val="000000"/>
              </a:solidFill>
              <a:highlight>
                <a:srgbClr val="FFFF00"/>
              </a:highlight>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3" name="Google Shape;281;p6">
            <a:extLst>
              <a:ext uri="{FF2B5EF4-FFF2-40B4-BE49-F238E27FC236}">
                <a16:creationId xmlns:a16="http://schemas.microsoft.com/office/drawing/2014/main" id="{349563DB-4314-076E-0460-4ACF78EE873F}"/>
              </a:ext>
            </a:extLst>
          </p:cNvPr>
          <p:cNvGrpSpPr/>
          <p:nvPr/>
        </p:nvGrpSpPr>
        <p:grpSpPr>
          <a:xfrm>
            <a:off x="7753236" y="1888969"/>
            <a:ext cx="2122354" cy="2132083"/>
            <a:chOff x="0" y="18269"/>
            <a:chExt cx="5308600" cy="539262"/>
          </a:xfrm>
          <a:gradFill>
            <a:gsLst>
              <a:gs pos="60000">
                <a:srgbClr val="EA5454"/>
              </a:gs>
              <a:gs pos="0">
                <a:srgbClr val="EA8546"/>
              </a:gs>
              <a:gs pos="100000">
                <a:srgbClr val="EA5454"/>
              </a:gs>
            </a:gsLst>
            <a:path path="circle">
              <a:fillToRect l="100000" b="100000"/>
            </a:path>
          </a:gradFill>
        </p:grpSpPr>
        <p:sp>
          <p:nvSpPr>
            <p:cNvPr id="4" name="Google Shape;282;p6">
              <a:extLst>
                <a:ext uri="{FF2B5EF4-FFF2-40B4-BE49-F238E27FC236}">
                  <a16:creationId xmlns:a16="http://schemas.microsoft.com/office/drawing/2014/main" id="{680C6DB7-6E95-9312-0B6E-2E9461694995}"/>
                </a:ext>
              </a:extLst>
            </p:cNvPr>
            <p:cNvSpPr/>
            <p:nvPr/>
          </p:nvSpPr>
          <p:spPr>
            <a:xfrm>
              <a:off x="0" y="18269"/>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5" name="Google Shape;283;p6">
              <a:extLst>
                <a:ext uri="{FF2B5EF4-FFF2-40B4-BE49-F238E27FC236}">
                  <a16:creationId xmlns:a16="http://schemas.microsoft.com/office/drawing/2014/main" id="{0BB03290-FDD3-E2B7-2AE0-43C296B77942}"/>
                </a:ext>
              </a:extLst>
            </p:cNvPr>
            <p:cNvSpPr txBox="1"/>
            <p:nvPr/>
          </p:nvSpPr>
          <p:spPr>
            <a:xfrm>
              <a:off x="225595" y="242265"/>
              <a:ext cx="4857407" cy="91269"/>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AU" sz="1400" b="0" i="0" u="none" strike="noStrike" cap="none" dirty="0">
                  <a:solidFill>
                    <a:srgbClr val="FFFFFF"/>
                  </a:solidFill>
                  <a:latin typeface="Calibri"/>
                  <a:ea typeface="Calibri"/>
                  <a:cs typeface="Calibri"/>
                  <a:sym typeface="Calibri"/>
                </a:rPr>
                <a:t>Award Interpretation</a:t>
              </a:r>
              <a:endParaRPr sz="1400" b="0" i="0" u="none" strike="noStrike" cap="none" dirty="0">
                <a:solidFill>
                  <a:srgbClr val="FFFFFF"/>
                </a:solidFill>
                <a:latin typeface="Calibri"/>
                <a:ea typeface="Calibri"/>
                <a:cs typeface="Calibri"/>
                <a:sym typeface="Calibri"/>
              </a:endParaRPr>
            </a:p>
          </p:txBody>
        </p:sp>
      </p:grpSp>
      <p:grpSp>
        <p:nvGrpSpPr>
          <p:cNvPr id="6" name="Google Shape;281;p6">
            <a:extLst>
              <a:ext uri="{FF2B5EF4-FFF2-40B4-BE49-F238E27FC236}">
                <a16:creationId xmlns:a16="http://schemas.microsoft.com/office/drawing/2014/main" id="{6A020555-6A93-1AAF-4CB6-1F7B2B5C5C98}"/>
              </a:ext>
            </a:extLst>
          </p:cNvPr>
          <p:cNvGrpSpPr/>
          <p:nvPr/>
        </p:nvGrpSpPr>
        <p:grpSpPr>
          <a:xfrm>
            <a:off x="9863064" y="2083556"/>
            <a:ext cx="1961862" cy="1912443"/>
            <a:chOff x="0" y="18269"/>
            <a:chExt cx="5308600" cy="539262"/>
          </a:xfrm>
          <a:gradFill>
            <a:gsLst>
              <a:gs pos="60000">
                <a:srgbClr val="EA5454"/>
              </a:gs>
              <a:gs pos="0">
                <a:srgbClr val="EA8546"/>
              </a:gs>
              <a:gs pos="100000">
                <a:srgbClr val="EA5454"/>
              </a:gs>
            </a:gsLst>
            <a:path path="circle">
              <a:fillToRect l="100000" b="100000"/>
            </a:path>
          </a:gradFill>
        </p:grpSpPr>
        <p:sp>
          <p:nvSpPr>
            <p:cNvPr id="7" name="Google Shape;282;p6">
              <a:extLst>
                <a:ext uri="{FF2B5EF4-FFF2-40B4-BE49-F238E27FC236}">
                  <a16:creationId xmlns:a16="http://schemas.microsoft.com/office/drawing/2014/main" id="{0A2F2D9D-AA35-4E65-7188-2DADE66E7F38}"/>
                </a:ext>
              </a:extLst>
            </p:cNvPr>
            <p:cNvSpPr/>
            <p:nvPr/>
          </p:nvSpPr>
          <p:spPr>
            <a:xfrm>
              <a:off x="0" y="18269"/>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8" name="Google Shape;283;p6">
              <a:extLst>
                <a:ext uri="{FF2B5EF4-FFF2-40B4-BE49-F238E27FC236}">
                  <a16:creationId xmlns:a16="http://schemas.microsoft.com/office/drawing/2014/main" id="{93900D92-AB13-ED6B-9E3D-636048E6C659}"/>
                </a:ext>
              </a:extLst>
            </p:cNvPr>
            <p:cNvSpPr txBox="1"/>
            <p:nvPr/>
          </p:nvSpPr>
          <p:spPr>
            <a:xfrm>
              <a:off x="613373" y="168977"/>
              <a:ext cx="4150486" cy="223250"/>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Time &amp; Attendance  Expertise</a:t>
              </a:r>
            </a:p>
          </p:txBody>
        </p:sp>
      </p:grpSp>
      <p:grpSp>
        <p:nvGrpSpPr>
          <p:cNvPr id="9" name="Google Shape;281;p6">
            <a:extLst>
              <a:ext uri="{FF2B5EF4-FFF2-40B4-BE49-F238E27FC236}">
                <a16:creationId xmlns:a16="http://schemas.microsoft.com/office/drawing/2014/main" id="{9EE25F6F-2B04-838E-98B5-9361E5480063}"/>
              </a:ext>
            </a:extLst>
          </p:cNvPr>
          <p:cNvGrpSpPr/>
          <p:nvPr/>
        </p:nvGrpSpPr>
        <p:grpSpPr>
          <a:xfrm>
            <a:off x="8148890" y="3996992"/>
            <a:ext cx="1940854" cy="1912443"/>
            <a:chOff x="196767" y="8031"/>
            <a:chExt cx="5308600" cy="539262"/>
          </a:xfrm>
          <a:gradFill>
            <a:gsLst>
              <a:gs pos="60000">
                <a:srgbClr val="EA5454"/>
              </a:gs>
              <a:gs pos="0">
                <a:srgbClr val="EA8546"/>
              </a:gs>
              <a:gs pos="100000">
                <a:srgbClr val="EA5454"/>
              </a:gs>
            </a:gsLst>
            <a:path path="circle">
              <a:fillToRect l="100000" b="100000"/>
            </a:path>
          </a:gradFill>
        </p:grpSpPr>
        <p:sp>
          <p:nvSpPr>
            <p:cNvPr id="10" name="Google Shape;282;p6">
              <a:extLst>
                <a:ext uri="{FF2B5EF4-FFF2-40B4-BE49-F238E27FC236}">
                  <a16:creationId xmlns:a16="http://schemas.microsoft.com/office/drawing/2014/main" id="{03F1E7A0-849B-327F-6998-2C0B1C557B2A}"/>
                </a:ext>
              </a:extLst>
            </p:cNvPr>
            <p:cNvSpPr/>
            <p:nvPr/>
          </p:nvSpPr>
          <p:spPr>
            <a:xfrm>
              <a:off x="196767" y="8031"/>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11" name="Google Shape;283;p6">
              <a:extLst>
                <a:ext uri="{FF2B5EF4-FFF2-40B4-BE49-F238E27FC236}">
                  <a16:creationId xmlns:a16="http://schemas.microsoft.com/office/drawing/2014/main" id="{47B62EEE-CBED-CEE3-E23A-963A61774441}"/>
                </a:ext>
              </a:extLst>
            </p:cNvPr>
            <p:cNvSpPr txBox="1"/>
            <p:nvPr/>
          </p:nvSpPr>
          <p:spPr>
            <a:xfrm>
              <a:off x="496005" y="199804"/>
              <a:ext cx="4459584" cy="162500"/>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Payroll </a:t>
              </a:r>
            </a:p>
            <a:p>
              <a:pPr marL="0" marR="0" lvl="0" indent="0" algn="ctr" rtl="0">
                <a:lnSpc>
                  <a:spcPct val="100000"/>
                </a:lnSpc>
                <a:spcBef>
                  <a:spcPts val="0"/>
                </a:spcBef>
                <a:spcAft>
                  <a:spcPts val="0"/>
                </a:spcAft>
                <a:buClr>
                  <a:srgbClr val="FFFFFF"/>
                </a:buClr>
                <a:buSzPts val="1400"/>
                <a:buFont typeface="Calibri"/>
                <a:buNone/>
              </a:pPr>
              <a:r>
                <a:rPr lang="en-US" sz="1400" b="0" i="0" u="none" strike="noStrike" cap="none" dirty="0">
                  <a:solidFill>
                    <a:srgbClr val="FFFFFF"/>
                  </a:solidFill>
                  <a:latin typeface="Calibri"/>
                  <a:ea typeface="Calibri"/>
                  <a:cs typeface="Calibri"/>
                  <a:sym typeface="Calibri"/>
                </a:rPr>
                <a:t>Expertise</a:t>
              </a:r>
              <a:endParaRPr sz="1400" b="0" i="0" u="none" strike="noStrike" cap="none" dirty="0">
                <a:solidFill>
                  <a:srgbClr val="FFFFFF"/>
                </a:solidFill>
                <a:latin typeface="Calibri"/>
                <a:ea typeface="Calibri"/>
                <a:cs typeface="Calibri"/>
                <a:sym typeface="Calibri"/>
              </a:endParaRPr>
            </a:p>
          </p:txBody>
        </p:sp>
      </p:grpSp>
      <p:grpSp>
        <p:nvGrpSpPr>
          <p:cNvPr id="12" name="Google Shape;281;p6">
            <a:extLst>
              <a:ext uri="{FF2B5EF4-FFF2-40B4-BE49-F238E27FC236}">
                <a16:creationId xmlns:a16="http://schemas.microsoft.com/office/drawing/2014/main" id="{977838E1-9E27-A11A-E623-D3FD254F73F0}"/>
              </a:ext>
            </a:extLst>
          </p:cNvPr>
          <p:cNvGrpSpPr/>
          <p:nvPr/>
        </p:nvGrpSpPr>
        <p:grpSpPr>
          <a:xfrm>
            <a:off x="10045587" y="3987031"/>
            <a:ext cx="1452729" cy="1374080"/>
            <a:chOff x="0" y="18269"/>
            <a:chExt cx="5308600" cy="539262"/>
          </a:xfrm>
          <a:gradFill>
            <a:gsLst>
              <a:gs pos="60000">
                <a:srgbClr val="EA5454"/>
              </a:gs>
              <a:gs pos="0">
                <a:srgbClr val="EA8546"/>
              </a:gs>
              <a:gs pos="100000">
                <a:srgbClr val="EA5454"/>
              </a:gs>
            </a:gsLst>
            <a:path path="circle">
              <a:fillToRect l="100000" b="100000"/>
            </a:path>
          </a:gradFill>
        </p:grpSpPr>
        <p:sp>
          <p:nvSpPr>
            <p:cNvPr id="13" name="Google Shape;282;p6">
              <a:extLst>
                <a:ext uri="{FF2B5EF4-FFF2-40B4-BE49-F238E27FC236}">
                  <a16:creationId xmlns:a16="http://schemas.microsoft.com/office/drawing/2014/main" id="{82A0976E-D99B-4831-1B16-CAA776A9F194}"/>
                </a:ext>
              </a:extLst>
            </p:cNvPr>
            <p:cNvSpPr/>
            <p:nvPr/>
          </p:nvSpPr>
          <p:spPr>
            <a:xfrm>
              <a:off x="0" y="18269"/>
              <a:ext cx="5308600" cy="539262"/>
            </a:xfrm>
            <a:prstGeom prst="roundRect">
              <a:avLst>
                <a:gd name="adj" fmla="val 50000"/>
              </a:avLst>
            </a:prstGeom>
            <a:gr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FFFFFF"/>
                </a:buClr>
                <a:buSzPts val="1800"/>
                <a:buFont typeface="Calibri"/>
                <a:buNone/>
              </a:pPr>
              <a:endParaRPr sz="1800" b="0" i="0" u="none" strike="noStrike" cap="none">
                <a:solidFill>
                  <a:srgbClr val="071620"/>
                </a:solidFill>
                <a:latin typeface="Calibri"/>
                <a:ea typeface="Calibri"/>
                <a:cs typeface="Calibri"/>
                <a:sym typeface="Calibri"/>
              </a:endParaRPr>
            </a:p>
          </p:txBody>
        </p:sp>
        <p:sp>
          <p:nvSpPr>
            <p:cNvPr id="14" name="Google Shape;283;p6">
              <a:extLst>
                <a:ext uri="{FF2B5EF4-FFF2-40B4-BE49-F238E27FC236}">
                  <a16:creationId xmlns:a16="http://schemas.microsoft.com/office/drawing/2014/main" id="{900E5307-C620-6849-0B4B-0E514DE67A3D}"/>
                </a:ext>
              </a:extLst>
            </p:cNvPr>
            <p:cNvSpPr txBox="1"/>
            <p:nvPr/>
          </p:nvSpPr>
          <p:spPr>
            <a:xfrm>
              <a:off x="363464" y="170965"/>
              <a:ext cx="4700347" cy="226168"/>
            </a:xfrm>
            <a:prstGeom prst="rect">
              <a:avLst/>
            </a:prstGeom>
            <a:grpFill/>
            <a:ln>
              <a:noFill/>
            </a:ln>
          </p:spPr>
          <p:txBody>
            <a:bodyPr spcFirstLastPara="1" wrap="square" lIns="72000" tIns="72000" rIns="72000" bIns="72000" anchor="ctr" anchorCtr="0">
              <a:spAutoFit/>
            </a:bodyPr>
            <a:lstStyle/>
            <a:p>
              <a:pPr marL="0" marR="0" lvl="0" indent="0" algn="ctr" rtl="0">
                <a:lnSpc>
                  <a:spcPct val="100000"/>
                </a:lnSpc>
                <a:spcBef>
                  <a:spcPts val="0"/>
                </a:spcBef>
                <a:spcAft>
                  <a:spcPts val="0"/>
                </a:spcAft>
                <a:buClr>
                  <a:srgbClr val="FFFFFF"/>
                </a:buClr>
                <a:buSzPts val="1400"/>
                <a:buFont typeface="Calibri"/>
                <a:buNone/>
              </a:pPr>
              <a:r>
                <a:rPr lang="en-US" dirty="0">
                  <a:solidFill>
                    <a:srgbClr val="FFFFFF"/>
                  </a:solidFill>
                  <a:latin typeface="Calibri"/>
                  <a:ea typeface="Calibri"/>
                  <a:cs typeface="Calibri"/>
                  <a:sym typeface="Calibri"/>
                </a:rPr>
                <a:t>Data Transformation</a:t>
              </a:r>
              <a:endParaRPr sz="1400" b="0" i="0" u="none" strike="noStrike" cap="none" dirty="0">
                <a:solidFill>
                  <a:srgbClr val="FFFFFF"/>
                </a:solidFill>
                <a:latin typeface="Calibri"/>
                <a:ea typeface="Calibri"/>
                <a:cs typeface="Calibri"/>
                <a:sym typeface="Calibri"/>
              </a:endParaRPr>
            </a:p>
          </p:txBody>
        </p:sp>
      </p:grpSp>
      <p:sp>
        <p:nvSpPr>
          <p:cNvPr id="15" name="Google Shape;274;p6">
            <a:extLst>
              <a:ext uri="{FF2B5EF4-FFF2-40B4-BE49-F238E27FC236}">
                <a16:creationId xmlns:a16="http://schemas.microsoft.com/office/drawing/2014/main" id="{CE4FC947-BC04-645C-6B69-CE9E5463368E}"/>
              </a:ext>
            </a:extLst>
          </p:cNvPr>
          <p:cNvSpPr txBox="1"/>
          <p:nvPr/>
        </p:nvSpPr>
        <p:spPr>
          <a:xfrm>
            <a:off x="7492271" y="1363375"/>
            <a:ext cx="2916822" cy="307736"/>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71620"/>
              </a:buClr>
              <a:buSzPts val="1800"/>
              <a:buFont typeface="Georgia"/>
              <a:buNone/>
            </a:pPr>
            <a:r>
              <a:rPr lang="en-US" b="1">
                <a:solidFill>
                  <a:srgbClr val="EA5454"/>
                </a:solidFill>
                <a:latin typeface="Calibri" panose="020F0502020204030204" pitchFamily="34" charset="0"/>
                <a:ea typeface="Calibri" panose="020F0502020204030204" pitchFamily="34" charset="0"/>
                <a:cs typeface="Calibri" panose="020F0502020204030204" pitchFamily="34" charset="0"/>
                <a:sym typeface="Georgia"/>
              </a:rPr>
              <a:t>Value Add Input</a:t>
            </a:r>
            <a:endParaRPr sz="1100" b="1" i="0" u="none" strike="noStrike" cap="none">
              <a:solidFill>
                <a:srgbClr val="EA5454"/>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993094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ivada Titles">
  <a:themeElements>
    <a:clrScheme name="Mivada Titles">
      <a:dk1>
        <a:srgbClr val="071620"/>
      </a:dk1>
      <a:lt1>
        <a:srgbClr val="201C19"/>
      </a:lt1>
      <a:dk2>
        <a:srgbClr val="A7A7A7"/>
      </a:dk2>
      <a:lt2>
        <a:srgbClr val="535353"/>
      </a:lt2>
      <a:accent1>
        <a:srgbClr val="8C6BFC"/>
      </a:accent1>
      <a:accent2>
        <a:srgbClr val="603FD0"/>
      </a:accent2>
      <a:accent3>
        <a:srgbClr val="3B2C69"/>
      </a:accent3>
      <a:accent4>
        <a:srgbClr val="E33B2C"/>
      </a:accent4>
      <a:accent5>
        <a:srgbClr val="EDB923"/>
      </a:accent5>
      <a:accent6>
        <a:srgbClr val="55B55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ivada Titles">
  <a:themeElements>
    <a:clrScheme name="Mivada Titles">
      <a:dk1>
        <a:srgbClr val="000000"/>
      </a:dk1>
      <a:lt1>
        <a:srgbClr val="FFFFFF"/>
      </a:lt1>
      <a:dk2>
        <a:srgbClr val="A7A7A7"/>
      </a:dk2>
      <a:lt2>
        <a:srgbClr val="535353"/>
      </a:lt2>
      <a:accent1>
        <a:srgbClr val="8C6BFC"/>
      </a:accent1>
      <a:accent2>
        <a:srgbClr val="603FD0"/>
      </a:accent2>
      <a:accent3>
        <a:srgbClr val="3B2C69"/>
      </a:accent3>
      <a:accent4>
        <a:srgbClr val="E33B2C"/>
      </a:accent4>
      <a:accent5>
        <a:srgbClr val="EDB923"/>
      </a:accent5>
      <a:accent6>
        <a:srgbClr val="55B55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EFCDEBEBFBA324295BF8866A437058A" ma:contentTypeVersion="20" ma:contentTypeDescription="Create a new document." ma:contentTypeScope="" ma:versionID="81c372e429384aa65ae87303d07a56f0">
  <xsd:schema xmlns:xsd="http://www.w3.org/2001/XMLSchema" xmlns:xs="http://www.w3.org/2001/XMLSchema" xmlns:p="http://schemas.microsoft.com/office/2006/metadata/properties" xmlns:ns1="http://schemas.microsoft.com/sharepoint/v3" xmlns:ns2="43270e51-e4a7-49da-938b-a9f2b7f6253d" xmlns:ns3="47b213f2-7618-4961-bda0-cd3a4c06964b" targetNamespace="http://schemas.microsoft.com/office/2006/metadata/properties" ma:root="true" ma:fieldsID="c606538f14c8e862e5f96fefab2340cb" ns1:_="" ns2:_="" ns3:_="">
    <xsd:import namespace="http://schemas.microsoft.com/sharepoint/v3"/>
    <xsd:import namespace="43270e51-e4a7-49da-938b-a9f2b7f6253d"/>
    <xsd:import namespace="47b213f2-7618-4961-bda0-cd3a4c06964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DateTaken" minOccurs="0"/>
                <xsd:element ref="ns2:MediaLengthInSeconds" minOccurs="0"/>
                <xsd:element ref="ns2:MediaServiceLocation" minOccurs="0"/>
                <xsd:element ref="ns2:MediaServiceSearchProperties" minOccurs="0"/>
                <xsd:element ref="ns1:_ip_UnifiedCompliancePolicyProperties" minOccurs="0"/>
                <xsd:element ref="ns1:_ip_UnifiedCompliancePolicyUIAction" minOccurs="0"/>
                <xsd:element ref="ns2:DocType" minOccurs="0"/>
                <xsd:element ref="ns2:ProductFamil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270e51-e4a7-49da-938b-a9f2b7f625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0536a55-c0a6-49fe-b9a1-41f61f1132a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DocType" ma:index="25" nillable="true" ma:displayName="Doc Type" ma:description="Core Classification" ma:format="Dropdown" ma:internalName="DocType">
      <xsd:simpleType>
        <xsd:restriction base="dms:Choice">
          <xsd:enumeration value="RFP"/>
          <xsd:enumeration value="Template"/>
          <xsd:enumeration value="Snippet"/>
          <xsd:enumeration value="Clause"/>
          <xsd:enumeration value="Case Study"/>
          <xsd:enumeration value="Policy"/>
          <xsd:enumeration value="Pricing Table"/>
          <xsd:enumeration value="Submission Sheet"/>
        </xsd:restriction>
      </xsd:simpleType>
    </xsd:element>
    <xsd:element name="ProductFamily" ma:index="26" nillable="true" ma:displayName="Product Family" ma:format="Dropdown" ma:internalName="ProductFamily">
      <xsd:simpleType>
        <xsd:restriction base="dms:Choice">
          <xsd:enumeration value="Workday AMS"/>
          <xsd:enumeration value="HR"/>
          <xsd:enumeration value="Finance"/>
          <xsd:enumeration value="Integration"/>
          <xsd:enumeration value="Security"/>
          <xsd:enumeration value="Payroll"/>
          <xsd:enumeration value="Data &amp; Analytics"/>
          <xsd:enumeration value="Automation"/>
          <xsd:enumeration value="Other"/>
        </xsd:restriction>
      </xsd:simpleType>
    </xsd:element>
  </xsd:schema>
  <xsd:schema xmlns:xsd="http://www.w3.org/2001/XMLSchema" xmlns:xs="http://www.w3.org/2001/XMLSchema" xmlns:dms="http://schemas.microsoft.com/office/2006/documentManagement/types" xmlns:pc="http://schemas.microsoft.com/office/infopath/2007/PartnerControls" targetNamespace="47b213f2-7618-4961-bda0-cd3a4c06964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67b08d14-deab-4f3d-96d1-1d80bc79f140}" ma:internalName="TaxCatchAll" ma:showField="CatchAllData" ma:web="47b213f2-7618-4961-bda0-cd3a4c0696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3270e51-e4a7-49da-938b-a9f2b7f6253d">
      <Terms xmlns="http://schemas.microsoft.com/office/infopath/2007/PartnerControls"/>
    </lcf76f155ced4ddcb4097134ff3c332f>
    <TaxCatchAll xmlns="47b213f2-7618-4961-bda0-cd3a4c06964b" xsi:nil="true"/>
    <_ip_UnifiedCompliancePolicyUIAction xmlns="http://schemas.microsoft.com/sharepoint/v3" xsi:nil="true"/>
    <_ip_UnifiedCompliancePolicyProperties xmlns="http://schemas.microsoft.com/sharepoint/v3" xsi:nil="true"/>
    <ProductFamily xmlns="43270e51-e4a7-49da-938b-a9f2b7f6253d" xsi:nil="true"/>
    <DocType xmlns="43270e51-e4a7-49da-938b-a9f2b7f6253d" xsi:nil="true"/>
  </documentManagement>
</p:properties>
</file>

<file path=customXml/itemProps1.xml><?xml version="1.0" encoding="utf-8"?>
<ds:datastoreItem xmlns:ds="http://schemas.openxmlformats.org/officeDocument/2006/customXml" ds:itemID="{EE8B0E06-A31E-441D-8C98-954268334F24}">
  <ds:schemaRefs>
    <ds:schemaRef ds:uri="http://schemas.microsoft.com/sharepoint/v3/contenttype/forms"/>
  </ds:schemaRefs>
</ds:datastoreItem>
</file>

<file path=customXml/itemProps2.xml><?xml version="1.0" encoding="utf-8"?>
<ds:datastoreItem xmlns:ds="http://schemas.openxmlformats.org/officeDocument/2006/customXml" ds:itemID="{FFB4AACB-EAA6-47FA-9E98-D32BEAF6C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3270e51-e4a7-49da-938b-a9f2b7f6253d"/>
    <ds:schemaRef ds:uri="47b213f2-7618-4961-bda0-cd3a4c0696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3A355E-EA1A-4E97-AC47-115D7CE87F2F}">
  <ds:schemaRefs>
    <ds:schemaRef ds:uri="http://schemas.microsoft.com/office/2006/metadata/propertie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 ds:uri="43270e51-e4a7-49da-938b-a9f2b7f6253d"/>
    <ds:schemaRef ds:uri="http://schemas.microsoft.com/office/infopath/2007/PartnerControls"/>
    <ds:schemaRef ds:uri="47b213f2-7618-4961-bda0-cd3a4c06964b"/>
    <ds:schemaRef ds:uri="http://purl.org/dc/term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otalTime>11176</TotalTime>
  <Words>2140</Words>
  <Application>Microsoft Office PowerPoint</Application>
  <PresentationFormat>Widescreen</PresentationFormat>
  <Paragraphs>165</Paragraphs>
  <Slides>7</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5" baseType="lpstr">
      <vt:lpstr>Helvetica Neue</vt:lpstr>
      <vt:lpstr>Inter</vt:lpstr>
      <vt:lpstr>Arial</vt:lpstr>
      <vt:lpstr>Calibri</vt:lpstr>
      <vt:lpstr>Georgia</vt:lpstr>
      <vt:lpstr>Wingdings 3</vt:lpstr>
      <vt:lpstr>Mivada Titles</vt:lpstr>
      <vt:lpstr>think-cell Slide</vt:lpstr>
      <vt:lpstr>Program Delivery</vt:lpstr>
      <vt:lpstr>Client Case Studies – Professional Services</vt:lpstr>
      <vt:lpstr>Client Case Studies – Professional Services</vt:lpstr>
      <vt:lpstr>Client Case Studies – Professional Services</vt:lpstr>
      <vt:lpstr>Client Case Studies – Professional Services</vt:lpstr>
      <vt:lpstr>Client Case Studies - Aviation Client (Payroll)</vt:lpstr>
      <vt:lpstr>Client Case Studies – Professional Services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MivadaRPAxAirlines</dc:title>
  <dc:subject/>
  <dc:creator>Michael Harman</dc:creator>
  <cp:keywords/>
  <dc:description/>
  <cp:lastModifiedBy>Laura Zlendich</cp:lastModifiedBy>
  <cp:revision>1</cp:revision>
  <dcterms:modified xsi:type="dcterms:W3CDTF">2025-10-23T03:51:38Z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0x0101007EFCDEBEBFBA324295BF8866A437058A</vt:lpwstr>
  </property>
  <property fmtid="{D5CDD505-2E9C-101B-9397-08002B2CF9AE}" pid="3" name="MediaServiceImageTags">
    <vt:lpwstr/>
  </property>
</Properties>
</file>