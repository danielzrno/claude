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79" r:id="rId5"/>
  </p:sldMasterIdLst>
  <p:notesMasterIdLst>
    <p:notesMasterId r:id="rId14"/>
  </p:notesMasterIdLst>
  <p:sldIdLst>
    <p:sldId id="256" r:id="rId6"/>
    <p:sldId id="4581" r:id="rId7"/>
    <p:sldId id="4583" r:id="rId8"/>
    <p:sldId id="3888" r:id="rId9"/>
    <p:sldId id="3883" r:id="rId10"/>
    <p:sldId id="4582" r:id="rId11"/>
    <p:sldId id="4584" r:id="rId12"/>
    <p:sldId id="388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47C9"/>
    <a:srgbClr val="F5F5F5"/>
    <a:srgbClr val="F3EFFF"/>
    <a:srgbClr val="D00000"/>
    <a:srgbClr val="C40000"/>
    <a:srgbClr val="CD0000"/>
    <a:srgbClr val="E5E6F2"/>
    <a:srgbClr val="D13D34"/>
    <a:srgbClr val="CC4948"/>
    <a:srgbClr val="EDBE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9" d="100"/>
          <a:sy n="149" d="100"/>
        </p:scale>
        <p:origin x="644" y="116"/>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Zlendich" userId="5b09b22d-201f-4907-be61-df374a4bac2f" providerId="ADAL" clId="{34A9A9BF-405A-43DC-9E05-4C7C9A7F6855}"/>
    <pc:docChg chg="modSld">
      <pc:chgData name="Laura Zlendich" userId="5b09b22d-201f-4907-be61-df374a4bac2f" providerId="ADAL" clId="{34A9A9BF-405A-43DC-9E05-4C7C9A7F6855}" dt="2026-03-23T03:51:40.081" v="3" actId="20577"/>
      <pc:docMkLst>
        <pc:docMk/>
      </pc:docMkLst>
      <pc:sldChg chg="modSp mod">
        <pc:chgData name="Laura Zlendich" userId="5b09b22d-201f-4907-be61-df374a4bac2f" providerId="ADAL" clId="{34A9A9BF-405A-43DC-9E05-4C7C9A7F6855}" dt="2026-03-23T03:51:40.081" v="3" actId="20577"/>
        <pc:sldMkLst>
          <pc:docMk/>
          <pc:sldMk cId="2653387004" sldId="4583"/>
        </pc:sldMkLst>
        <pc:spChg chg="mod">
          <ac:chgData name="Laura Zlendich" userId="5b09b22d-201f-4907-be61-df374a4bac2f" providerId="ADAL" clId="{34A9A9BF-405A-43DC-9E05-4C7C9A7F6855}" dt="2026-03-23T03:51:40.081" v="3" actId="20577"/>
          <ac:spMkLst>
            <pc:docMk/>
            <pc:sldMk cId="2653387004" sldId="4583"/>
            <ac:spMk id="9" creationId="{66A12FEB-72A1-6A6C-0068-59BD2F05995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08466E-EA69-45CA-8673-024C8F7ABB85}" type="doc">
      <dgm:prSet loTypeId="urn:microsoft.com/office/officeart/2005/8/layout/process3" loCatId="process" qsTypeId="urn:microsoft.com/office/officeart/2005/8/quickstyle/3d1" qsCatId="3D" csTypeId="urn:microsoft.com/office/officeart/2005/8/colors/colorful3" csCatId="colorful" phldr="1"/>
      <dgm:spPr/>
      <dgm:t>
        <a:bodyPr/>
        <a:lstStyle/>
        <a:p>
          <a:endParaRPr lang="en-AU"/>
        </a:p>
      </dgm:t>
    </dgm:pt>
    <dgm:pt modelId="{5C20D015-E699-4754-BA1A-E66BDC08BA40}">
      <dgm:prSet phldrT="[Text]" custT="1"/>
      <dgm:spPr/>
      <dgm:t>
        <a:bodyPr/>
        <a:lstStyle/>
        <a:p>
          <a:pPr>
            <a:buClrTx/>
            <a:buSzTx/>
            <a:buFontTx/>
            <a:buNone/>
          </a:pPr>
          <a:r>
            <a:rPr kumimoji="0" lang="en-AU" sz="1600" b="1" i="0" u="none" strike="noStrike" cap="none" spc="0" normalizeH="0" baseline="0" noProof="0">
              <a:ln/>
              <a:effectLst/>
              <a:uLnTx/>
              <a:uFillTx/>
              <a:latin typeface="Calibri" panose="020F0502020204030204"/>
              <a:ea typeface="+mn-ea"/>
              <a:cs typeface="+mn-cs"/>
            </a:rPr>
            <a:t>Australian Owned Business</a:t>
          </a:r>
          <a:endParaRPr lang="en-AU" sz="1600"/>
        </a:p>
      </dgm:t>
    </dgm:pt>
    <dgm:pt modelId="{592EC08F-32AA-4F75-927D-4522CAACDC26}" type="parTrans" cxnId="{E15228A8-F746-4710-B42F-F63D48B7EFF9}">
      <dgm:prSet/>
      <dgm:spPr/>
      <dgm:t>
        <a:bodyPr/>
        <a:lstStyle/>
        <a:p>
          <a:endParaRPr lang="en-AU" sz="2000"/>
        </a:p>
      </dgm:t>
    </dgm:pt>
    <dgm:pt modelId="{F0237237-53E4-4B78-99D8-C4697B3B1872}" type="sibTrans" cxnId="{E15228A8-F746-4710-B42F-F63D48B7EFF9}">
      <dgm:prSet/>
      <dgm:spPr/>
      <dgm:t>
        <a:bodyPr/>
        <a:lstStyle/>
        <a:p>
          <a:endParaRPr lang="en-AU" sz="2000"/>
        </a:p>
      </dgm:t>
    </dgm:pt>
    <dgm:pt modelId="{33313283-E2B2-4C7A-BB65-289A8AB246C4}">
      <dgm:prSet phldrT="[Text]" custT="1"/>
      <dgm:spPr/>
      <dgm:t>
        <a:bodyPr lIns="36000" tIns="0" rIns="0" bIns="0"/>
        <a:lstStyle/>
        <a:p>
          <a:pPr algn="ctr">
            <a:buClrTx/>
            <a:buSzTx/>
            <a:buFontTx/>
            <a:buNone/>
          </a:pPr>
          <a:r>
            <a:rPr kumimoji="0" lang="en-AU" sz="1200" b="1" i="0" u="none" strike="noStrike" cap="none" spc="0" normalizeH="0" baseline="0" noProof="0">
              <a:ln/>
              <a:effectLst/>
              <a:uLnTx/>
              <a:uFillTx/>
              <a:latin typeface="Calibri" panose="020F0502020204030204"/>
              <a:ea typeface="+mn-ea"/>
              <a:cs typeface="+mn-cs"/>
            </a:rPr>
            <a:t>Proudly Owned and Operated in Australia</a:t>
          </a:r>
          <a:r>
            <a:rPr kumimoji="0" lang="en-AU" sz="1200" b="0" i="0" u="none" strike="noStrike" cap="none" spc="0" normalizeH="0" baseline="0" noProof="0">
              <a:ln/>
              <a:effectLst/>
              <a:uLnTx/>
              <a:uFillTx/>
              <a:latin typeface="Calibri" panose="020F0502020204030204"/>
              <a:ea typeface="+mn-ea"/>
              <a:cs typeface="+mn-cs"/>
            </a:rPr>
            <a:t>, understanding the local market and business culture</a:t>
          </a:r>
          <a:endParaRPr lang="en-AU" sz="1200"/>
        </a:p>
      </dgm:t>
    </dgm:pt>
    <dgm:pt modelId="{A7344D77-1A84-47D6-8150-1569A656B477}" type="parTrans" cxnId="{49BF2C18-4230-46F3-A34D-60E2659F55FD}">
      <dgm:prSet/>
      <dgm:spPr/>
      <dgm:t>
        <a:bodyPr/>
        <a:lstStyle/>
        <a:p>
          <a:endParaRPr lang="en-AU" sz="2000"/>
        </a:p>
      </dgm:t>
    </dgm:pt>
    <dgm:pt modelId="{BAE53E32-C8DC-4CFA-A8BA-9EE52F4BB042}" type="sibTrans" cxnId="{49BF2C18-4230-46F3-A34D-60E2659F55FD}">
      <dgm:prSet/>
      <dgm:spPr/>
      <dgm:t>
        <a:bodyPr/>
        <a:lstStyle/>
        <a:p>
          <a:endParaRPr lang="en-AU" sz="2000"/>
        </a:p>
      </dgm:t>
    </dgm:pt>
    <dgm:pt modelId="{2A229C60-83D8-43F7-855D-8AB05CA1E8ED}">
      <dgm:prSet phldrT="[Text]" custT="1"/>
      <dgm:spPr/>
      <dgm:t>
        <a:bodyPr/>
        <a:lstStyle/>
        <a:p>
          <a:pPr>
            <a:buClrTx/>
            <a:buSzTx/>
            <a:buFontTx/>
            <a:buNone/>
          </a:pPr>
          <a:r>
            <a:rPr kumimoji="0" lang="en-AU" sz="1600" b="1" i="0" u="none" strike="noStrike" cap="none" spc="0" normalizeH="0" baseline="0" noProof="0">
              <a:ln/>
              <a:effectLst/>
              <a:uLnTx/>
              <a:uFillTx/>
              <a:latin typeface="Calibri" panose="020F0502020204030204"/>
              <a:ea typeface="+mn-ea"/>
              <a:cs typeface="+mn-cs"/>
            </a:rPr>
            <a:t>We Are Not a Big 4</a:t>
          </a:r>
        </a:p>
      </dgm:t>
    </dgm:pt>
    <dgm:pt modelId="{1D60F6EE-D2CF-4095-9321-88C7A3DAF927}" type="parTrans" cxnId="{BED6B49E-2F77-442D-81C8-A0B2F72FCDBC}">
      <dgm:prSet/>
      <dgm:spPr/>
      <dgm:t>
        <a:bodyPr/>
        <a:lstStyle/>
        <a:p>
          <a:endParaRPr lang="en-AU" sz="2000"/>
        </a:p>
      </dgm:t>
    </dgm:pt>
    <dgm:pt modelId="{D1A543DC-5ECB-44CB-B478-9E8164D0C6EC}" type="sibTrans" cxnId="{BED6B49E-2F77-442D-81C8-A0B2F72FCDBC}">
      <dgm:prSet/>
      <dgm:spPr/>
      <dgm:t>
        <a:bodyPr/>
        <a:lstStyle/>
        <a:p>
          <a:endParaRPr lang="en-AU" sz="2000"/>
        </a:p>
      </dgm:t>
    </dgm:pt>
    <dgm:pt modelId="{811737EA-4105-453E-8A45-3F459997DD06}">
      <dgm:prSet phldrT="[Text]" custT="1"/>
      <dgm:spPr/>
      <dgm:t>
        <a:bodyPr lIns="36000" tIns="0" rIns="0" bIns="0"/>
        <a:lstStyle/>
        <a:p>
          <a:pPr marL="0" indent="0" algn="ctr" defTabSz="985838">
            <a:buClrTx/>
            <a:buSzTx/>
            <a:buFontTx/>
            <a:buNone/>
          </a:pPr>
          <a:r>
            <a:rPr kumimoji="0" lang="en-AU" sz="1200" b="1" i="0" u="none" strike="noStrike" cap="none" spc="0" normalizeH="0" baseline="0" noProof="0">
              <a:ln/>
              <a:effectLst/>
              <a:uLnTx/>
              <a:uFillTx/>
              <a:latin typeface="Calibri" panose="020F0502020204030204"/>
              <a:ea typeface="+mn-ea"/>
              <a:cs typeface="+mn-cs"/>
            </a:rPr>
            <a:t>Agile, Flexible, and Customer-Focused </a:t>
          </a:r>
          <a:r>
            <a:rPr kumimoji="0" lang="en-AU" sz="1200" b="0" i="0" u="none" strike="noStrike" cap="none" spc="0" normalizeH="0" baseline="0" noProof="0">
              <a:ln/>
              <a:effectLst/>
              <a:uLnTx/>
              <a:uFillTx/>
              <a:latin typeface="Calibri" panose="020F0502020204030204"/>
              <a:ea typeface="+mn-ea"/>
              <a:cs typeface="+mn-cs"/>
            </a:rPr>
            <a:t>— without the bureaucracy or inflated overheads</a:t>
          </a:r>
          <a:endParaRPr lang="en-AU" sz="1200"/>
        </a:p>
      </dgm:t>
    </dgm:pt>
    <dgm:pt modelId="{FD1BE844-3462-4F42-9183-9077392F89E9}" type="parTrans" cxnId="{30B8A44A-F3EB-42CB-95BC-426B13B58A33}">
      <dgm:prSet/>
      <dgm:spPr/>
      <dgm:t>
        <a:bodyPr/>
        <a:lstStyle/>
        <a:p>
          <a:endParaRPr lang="en-AU" sz="2000"/>
        </a:p>
      </dgm:t>
    </dgm:pt>
    <dgm:pt modelId="{016DEC9C-8CFC-4CCD-8D9D-10E423CD81D4}" type="sibTrans" cxnId="{30B8A44A-F3EB-42CB-95BC-426B13B58A33}">
      <dgm:prSet/>
      <dgm:spPr/>
      <dgm:t>
        <a:bodyPr/>
        <a:lstStyle/>
        <a:p>
          <a:endParaRPr lang="en-AU" sz="2000"/>
        </a:p>
      </dgm:t>
    </dgm:pt>
    <dgm:pt modelId="{0E2BC53E-ADD0-4897-937B-EC6F79D8986E}">
      <dgm:prSet phldrT="[Text]" custT="1"/>
      <dgm:spPr/>
      <dgm:t>
        <a:bodyPr/>
        <a:lstStyle/>
        <a:p>
          <a:pPr>
            <a:buClrTx/>
            <a:buSzTx/>
            <a:buFontTx/>
            <a:buNone/>
          </a:pPr>
          <a:r>
            <a:rPr kumimoji="0" lang="en-AU" sz="1600" b="1" i="0" u="none" strike="noStrike" cap="none" spc="0" normalizeH="0" baseline="0" noProof="0">
              <a:ln/>
              <a:effectLst/>
              <a:uLnTx/>
              <a:uFillTx/>
              <a:latin typeface="Calibri" panose="020F0502020204030204"/>
              <a:ea typeface="+mn-ea"/>
              <a:cs typeface="+mn-cs"/>
            </a:rPr>
            <a:t>Local Engagement Manager</a:t>
          </a:r>
          <a:endParaRPr lang="en-AU" sz="1600"/>
        </a:p>
      </dgm:t>
    </dgm:pt>
    <dgm:pt modelId="{D8976713-1B80-4B68-B40D-C4ECD8129786}" type="parTrans" cxnId="{8CC08E56-3091-4A19-8AB3-77FBCBAE5FF6}">
      <dgm:prSet/>
      <dgm:spPr/>
      <dgm:t>
        <a:bodyPr/>
        <a:lstStyle/>
        <a:p>
          <a:endParaRPr lang="en-AU" sz="2000"/>
        </a:p>
      </dgm:t>
    </dgm:pt>
    <dgm:pt modelId="{3A97781A-8E00-47C3-AB0C-35687093D9DC}" type="sibTrans" cxnId="{8CC08E56-3091-4A19-8AB3-77FBCBAE5FF6}">
      <dgm:prSet/>
      <dgm:spPr/>
      <dgm:t>
        <a:bodyPr/>
        <a:lstStyle/>
        <a:p>
          <a:endParaRPr lang="en-AU" sz="2000"/>
        </a:p>
      </dgm:t>
    </dgm:pt>
    <dgm:pt modelId="{EC153BF2-EB31-48FE-A11D-BC90C5717626}">
      <dgm:prSet phldrT="[Text]" custT="1"/>
      <dgm:spPr/>
      <dgm:t>
        <a:bodyPr lIns="36000" tIns="0" rIns="0" bIns="0"/>
        <a:lstStyle/>
        <a:p>
          <a:pPr algn="ctr" defTabSz="985838">
            <a:buClrTx/>
            <a:buSzTx/>
            <a:buFontTx/>
            <a:buNone/>
          </a:pPr>
          <a:r>
            <a:rPr kumimoji="0" lang="en-AU" sz="1200" b="0" i="0" u="none" strike="noStrike" cap="none" spc="0" normalizeH="0" baseline="0" noProof="0">
              <a:ln/>
              <a:effectLst/>
              <a:uLnTx/>
              <a:uFillTx/>
              <a:latin typeface="Calibri" panose="020F0502020204030204"/>
              <a:ea typeface="+mn-ea"/>
              <a:cs typeface="+mn-cs"/>
            </a:rPr>
            <a:t>Supported by a </a:t>
          </a:r>
          <a:r>
            <a:rPr kumimoji="0" lang="en-AU" sz="1200" b="1" i="0" u="none" strike="noStrike" cap="none" spc="0" normalizeH="0" baseline="0" noProof="0">
              <a:ln/>
              <a:effectLst/>
              <a:uLnTx/>
              <a:uFillTx/>
              <a:latin typeface="Calibri" panose="020F0502020204030204"/>
              <a:ea typeface="+mn-ea"/>
              <a:cs typeface="+mn-cs"/>
            </a:rPr>
            <a:t>Dedicated Engagement Manager and Australian based Solution Consultants</a:t>
          </a:r>
          <a:r>
            <a:rPr kumimoji="0" lang="en-AU" sz="1200" b="0" i="0" u="none" strike="noStrike" cap="none" spc="0" normalizeH="0" baseline="0" noProof="0">
              <a:ln/>
              <a:effectLst/>
              <a:uLnTx/>
              <a:uFillTx/>
              <a:latin typeface="Calibri" panose="020F0502020204030204"/>
              <a:ea typeface="+mn-ea"/>
              <a:cs typeface="+mn-cs"/>
            </a:rPr>
            <a:t> to ensure responsive and tailored service delivery.</a:t>
          </a:r>
          <a:endParaRPr lang="en-AU" sz="1200"/>
        </a:p>
      </dgm:t>
    </dgm:pt>
    <dgm:pt modelId="{ED8C6953-D660-4E77-A879-EB4BA814FEB5}" type="parTrans" cxnId="{B3F832A7-71EB-464C-A3E8-C5CE94F265EB}">
      <dgm:prSet/>
      <dgm:spPr/>
      <dgm:t>
        <a:bodyPr/>
        <a:lstStyle/>
        <a:p>
          <a:endParaRPr lang="en-AU" sz="2000"/>
        </a:p>
      </dgm:t>
    </dgm:pt>
    <dgm:pt modelId="{84575504-5515-4099-BDE2-88BEF930FFEC}" type="sibTrans" cxnId="{B3F832A7-71EB-464C-A3E8-C5CE94F265EB}">
      <dgm:prSet/>
      <dgm:spPr/>
      <dgm:t>
        <a:bodyPr/>
        <a:lstStyle/>
        <a:p>
          <a:endParaRPr lang="en-AU" sz="2000"/>
        </a:p>
      </dgm:t>
    </dgm:pt>
    <dgm:pt modelId="{896D86DB-1BED-4A37-BA6E-6AC003D19302}">
      <dgm:prSet phldrT="[Text]" custT="1"/>
      <dgm:spPr/>
      <dgm:t>
        <a:bodyPr/>
        <a:lstStyle/>
        <a:p>
          <a:pPr>
            <a:buClrTx/>
            <a:buSzTx/>
            <a:buFontTx/>
            <a:buNone/>
          </a:pPr>
          <a:r>
            <a:rPr kumimoji="0" lang="en-AU" sz="1600" b="1" i="0" u="none" strike="noStrike" cap="none" spc="0" normalizeH="0" baseline="0" noProof="0">
              <a:ln/>
              <a:effectLst/>
              <a:uLnTx/>
              <a:uFillTx/>
              <a:latin typeface="Calibri" panose="020F0502020204030204"/>
              <a:ea typeface="+mn-ea"/>
              <a:cs typeface="+mn-cs"/>
            </a:rPr>
            <a:t>Direct Access to Our CEO</a:t>
          </a:r>
          <a:endParaRPr lang="en-AU" sz="1600"/>
        </a:p>
      </dgm:t>
    </dgm:pt>
    <dgm:pt modelId="{0D1C784F-01A8-459A-B024-F504AB0593B4}" type="parTrans" cxnId="{CCF250BC-313B-4C80-B005-74AE7F94184C}">
      <dgm:prSet/>
      <dgm:spPr/>
      <dgm:t>
        <a:bodyPr/>
        <a:lstStyle/>
        <a:p>
          <a:endParaRPr lang="en-AU" sz="2000"/>
        </a:p>
      </dgm:t>
    </dgm:pt>
    <dgm:pt modelId="{1125C383-6593-42F1-AD1F-0D8561C24609}" type="sibTrans" cxnId="{CCF250BC-313B-4C80-B005-74AE7F94184C}">
      <dgm:prSet/>
      <dgm:spPr/>
      <dgm:t>
        <a:bodyPr/>
        <a:lstStyle/>
        <a:p>
          <a:endParaRPr lang="en-AU" sz="2000"/>
        </a:p>
      </dgm:t>
    </dgm:pt>
    <dgm:pt modelId="{4044BA88-7A67-4093-AE5A-BE1A80099140}">
      <dgm:prSet phldrT="[Text]" custT="1"/>
      <dgm:spPr/>
      <dgm:t>
        <a:bodyPr lIns="36000" tIns="0" rIns="0" bIns="0"/>
        <a:lstStyle/>
        <a:p>
          <a:pPr algn="ctr">
            <a:buClrTx/>
            <a:buSzTx/>
            <a:buFontTx/>
            <a:buNone/>
          </a:pPr>
          <a:r>
            <a:rPr kumimoji="0" lang="en-AU" sz="1200" b="1" i="0" u="none" strike="noStrike" cap="none" spc="0" normalizeH="0" baseline="0" noProof="0">
              <a:ln/>
              <a:effectLst/>
              <a:uLnTx/>
              <a:uFillTx/>
              <a:latin typeface="Calibri" panose="020F0502020204030204"/>
              <a:ea typeface="+mn-ea"/>
              <a:cs typeface="+mn-cs"/>
            </a:rPr>
            <a:t>Escalation</a:t>
          </a:r>
          <a:r>
            <a:rPr kumimoji="0" lang="en-AU" sz="1200" b="0" i="0" u="none" strike="noStrike" cap="none" spc="0" normalizeH="0" baseline="0" noProof="0">
              <a:ln/>
              <a:effectLst/>
              <a:uLnTx/>
              <a:uFillTx/>
              <a:latin typeface="Calibri" panose="020F0502020204030204"/>
              <a:ea typeface="+mn-ea"/>
              <a:cs typeface="+mn-cs"/>
            </a:rPr>
            <a:t> directly to the CEO for </a:t>
          </a:r>
          <a:r>
            <a:rPr kumimoji="0" lang="en-AU" sz="1200" b="1" i="0" u="none" strike="noStrike" cap="none" spc="0" normalizeH="0" baseline="0" noProof="0">
              <a:ln/>
              <a:effectLst/>
              <a:uLnTx/>
              <a:uFillTx/>
              <a:latin typeface="Calibri" panose="020F0502020204030204"/>
              <a:ea typeface="+mn-ea"/>
              <a:cs typeface="+mn-cs"/>
            </a:rPr>
            <a:t>faster decision-making and resolution</a:t>
          </a:r>
          <a:r>
            <a:rPr kumimoji="0" lang="en-AU" sz="1200" b="0" i="0" u="none" strike="noStrike" cap="none" spc="0" normalizeH="0" baseline="0" noProof="0">
              <a:ln/>
              <a:effectLst/>
              <a:uLnTx/>
              <a:uFillTx/>
              <a:latin typeface="Calibri" panose="020F0502020204030204"/>
              <a:ea typeface="+mn-ea"/>
              <a:cs typeface="+mn-cs"/>
            </a:rPr>
            <a:t> of critical issues impacting your business.</a:t>
          </a:r>
          <a:endParaRPr lang="en-AU" sz="1200"/>
        </a:p>
      </dgm:t>
    </dgm:pt>
    <dgm:pt modelId="{5CA14DD4-492B-49BA-9121-BA9E9515F523}" type="parTrans" cxnId="{76B78EAC-2757-4CC7-A98D-51C13457C43D}">
      <dgm:prSet/>
      <dgm:spPr/>
      <dgm:t>
        <a:bodyPr/>
        <a:lstStyle/>
        <a:p>
          <a:endParaRPr lang="en-AU" sz="2000"/>
        </a:p>
      </dgm:t>
    </dgm:pt>
    <dgm:pt modelId="{BA30BA3E-90D9-4E74-9197-6BE762EC9A04}" type="sibTrans" cxnId="{76B78EAC-2757-4CC7-A98D-51C13457C43D}">
      <dgm:prSet/>
      <dgm:spPr/>
      <dgm:t>
        <a:bodyPr/>
        <a:lstStyle/>
        <a:p>
          <a:endParaRPr lang="en-AU" sz="2000"/>
        </a:p>
      </dgm:t>
    </dgm:pt>
    <dgm:pt modelId="{0C97281B-07BE-4396-8B39-D4ED87E9A590}" type="pres">
      <dgm:prSet presAssocID="{2308466E-EA69-45CA-8673-024C8F7ABB85}" presName="linearFlow" presStyleCnt="0">
        <dgm:presLayoutVars>
          <dgm:dir/>
          <dgm:animLvl val="lvl"/>
          <dgm:resizeHandles val="exact"/>
        </dgm:presLayoutVars>
      </dgm:prSet>
      <dgm:spPr/>
    </dgm:pt>
    <dgm:pt modelId="{871F5A34-6E33-4A6F-9F56-5045AEE592E5}" type="pres">
      <dgm:prSet presAssocID="{5C20D015-E699-4754-BA1A-E66BDC08BA40}" presName="composite" presStyleCnt="0"/>
      <dgm:spPr/>
    </dgm:pt>
    <dgm:pt modelId="{05FCB476-965F-4DBE-89C3-20F0AC3F0D41}" type="pres">
      <dgm:prSet presAssocID="{5C20D015-E699-4754-BA1A-E66BDC08BA40}" presName="parTx" presStyleLbl="node1" presStyleIdx="0" presStyleCnt="4">
        <dgm:presLayoutVars>
          <dgm:chMax val="0"/>
          <dgm:chPref val="0"/>
          <dgm:bulletEnabled val="1"/>
        </dgm:presLayoutVars>
      </dgm:prSet>
      <dgm:spPr/>
    </dgm:pt>
    <dgm:pt modelId="{2E02625D-1F01-4125-BE16-7C0101D2EB23}" type="pres">
      <dgm:prSet presAssocID="{5C20D015-E699-4754-BA1A-E66BDC08BA40}" presName="parSh" presStyleLbl="node1" presStyleIdx="0" presStyleCnt="4" custScaleY="127687"/>
      <dgm:spPr/>
    </dgm:pt>
    <dgm:pt modelId="{1C9242E0-5D26-446C-BDEB-D8E7327F2E11}" type="pres">
      <dgm:prSet presAssocID="{5C20D015-E699-4754-BA1A-E66BDC08BA40}" presName="desTx" presStyleLbl="fgAcc1" presStyleIdx="0" presStyleCnt="4">
        <dgm:presLayoutVars>
          <dgm:bulletEnabled val="1"/>
        </dgm:presLayoutVars>
      </dgm:prSet>
      <dgm:spPr/>
    </dgm:pt>
    <dgm:pt modelId="{8FC66A40-6184-46FC-85F1-D81A25867DAD}" type="pres">
      <dgm:prSet presAssocID="{F0237237-53E4-4B78-99D8-C4697B3B1872}" presName="sibTrans" presStyleLbl="sibTrans2D1" presStyleIdx="0" presStyleCnt="3"/>
      <dgm:spPr/>
    </dgm:pt>
    <dgm:pt modelId="{7CFB5EE4-30DB-4B12-AC85-1EF0B6C505A2}" type="pres">
      <dgm:prSet presAssocID="{F0237237-53E4-4B78-99D8-C4697B3B1872}" presName="connTx" presStyleLbl="sibTrans2D1" presStyleIdx="0" presStyleCnt="3"/>
      <dgm:spPr/>
    </dgm:pt>
    <dgm:pt modelId="{0F8A38BE-FEB4-4701-AC47-D30C4728676A}" type="pres">
      <dgm:prSet presAssocID="{2A229C60-83D8-43F7-855D-8AB05CA1E8ED}" presName="composite" presStyleCnt="0"/>
      <dgm:spPr/>
    </dgm:pt>
    <dgm:pt modelId="{C8F4B3DB-1C90-4AA1-B052-9266DAF760DD}" type="pres">
      <dgm:prSet presAssocID="{2A229C60-83D8-43F7-855D-8AB05CA1E8ED}" presName="parTx" presStyleLbl="node1" presStyleIdx="0" presStyleCnt="4">
        <dgm:presLayoutVars>
          <dgm:chMax val="0"/>
          <dgm:chPref val="0"/>
          <dgm:bulletEnabled val="1"/>
        </dgm:presLayoutVars>
      </dgm:prSet>
      <dgm:spPr/>
    </dgm:pt>
    <dgm:pt modelId="{7508E4E2-C745-4FBC-B4AB-1CD93C5D6780}" type="pres">
      <dgm:prSet presAssocID="{2A229C60-83D8-43F7-855D-8AB05CA1E8ED}" presName="parSh" presStyleLbl="node1" presStyleIdx="1" presStyleCnt="4" custScaleY="127687"/>
      <dgm:spPr/>
    </dgm:pt>
    <dgm:pt modelId="{3A0DDA7F-0B20-4F22-B8D0-485A38E08B7B}" type="pres">
      <dgm:prSet presAssocID="{2A229C60-83D8-43F7-855D-8AB05CA1E8ED}" presName="desTx" presStyleLbl="fgAcc1" presStyleIdx="1" presStyleCnt="4">
        <dgm:presLayoutVars>
          <dgm:bulletEnabled val="1"/>
        </dgm:presLayoutVars>
      </dgm:prSet>
      <dgm:spPr/>
    </dgm:pt>
    <dgm:pt modelId="{782F9C46-B0C7-4802-9154-A22CC2189B83}" type="pres">
      <dgm:prSet presAssocID="{D1A543DC-5ECB-44CB-B478-9E8164D0C6EC}" presName="sibTrans" presStyleLbl="sibTrans2D1" presStyleIdx="1" presStyleCnt="3"/>
      <dgm:spPr/>
    </dgm:pt>
    <dgm:pt modelId="{0BA3B0F6-6334-4FE4-B13B-6BAC90A6D256}" type="pres">
      <dgm:prSet presAssocID="{D1A543DC-5ECB-44CB-B478-9E8164D0C6EC}" presName="connTx" presStyleLbl="sibTrans2D1" presStyleIdx="1" presStyleCnt="3"/>
      <dgm:spPr/>
    </dgm:pt>
    <dgm:pt modelId="{FA59FB56-F94A-4586-A4AE-14ACF018D0B3}" type="pres">
      <dgm:prSet presAssocID="{0E2BC53E-ADD0-4897-937B-EC6F79D8986E}" presName="composite" presStyleCnt="0"/>
      <dgm:spPr/>
    </dgm:pt>
    <dgm:pt modelId="{C3548B86-A7A9-4F1C-8B62-53273D4EFA2E}" type="pres">
      <dgm:prSet presAssocID="{0E2BC53E-ADD0-4897-937B-EC6F79D8986E}" presName="parTx" presStyleLbl="node1" presStyleIdx="1" presStyleCnt="4">
        <dgm:presLayoutVars>
          <dgm:chMax val="0"/>
          <dgm:chPref val="0"/>
          <dgm:bulletEnabled val="1"/>
        </dgm:presLayoutVars>
      </dgm:prSet>
      <dgm:spPr/>
    </dgm:pt>
    <dgm:pt modelId="{38BD0386-BA4F-4507-A027-A9CB86CE60D4}" type="pres">
      <dgm:prSet presAssocID="{0E2BC53E-ADD0-4897-937B-EC6F79D8986E}" presName="parSh" presStyleLbl="node1" presStyleIdx="2" presStyleCnt="4" custScaleY="127687"/>
      <dgm:spPr/>
    </dgm:pt>
    <dgm:pt modelId="{0BD49798-1319-4CC2-840F-73C8FEDD3499}" type="pres">
      <dgm:prSet presAssocID="{0E2BC53E-ADD0-4897-937B-EC6F79D8986E}" presName="desTx" presStyleLbl="fgAcc1" presStyleIdx="2" presStyleCnt="4">
        <dgm:presLayoutVars>
          <dgm:bulletEnabled val="1"/>
        </dgm:presLayoutVars>
      </dgm:prSet>
      <dgm:spPr/>
    </dgm:pt>
    <dgm:pt modelId="{ED2B2345-FAAC-4E42-8C00-213AB7377398}" type="pres">
      <dgm:prSet presAssocID="{3A97781A-8E00-47C3-AB0C-35687093D9DC}" presName="sibTrans" presStyleLbl="sibTrans2D1" presStyleIdx="2" presStyleCnt="3"/>
      <dgm:spPr/>
    </dgm:pt>
    <dgm:pt modelId="{D1BBD582-56F2-415C-AF24-FBC2198FC548}" type="pres">
      <dgm:prSet presAssocID="{3A97781A-8E00-47C3-AB0C-35687093D9DC}" presName="connTx" presStyleLbl="sibTrans2D1" presStyleIdx="2" presStyleCnt="3"/>
      <dgm:spPr/>
    </dgm:pt>
    <dgm:pt modelId="{945DB322-9386-45E9-872C-ADE856EA1CD9}" type="pres">
      <dgm:prSet presAssocID="{896D86DB-1BED-4A37-BA6E-6AC003D19302}" presName="composite" presStyleCnt="0"/>
      <dgm:spPr/>
    </dgm:pt>
    <dgm:pt modelId="{C9D284E4-B7E6-46F7-8BEF-1188D46BAA4A}" type="pres">
      <dgm:prSet presAssocID="{896D86DB-1BED-4A37-BA6E-6AC003D19302}" presName="parTx" presStyleLbl="node1" presStyleIdx="2" presStyleCnt="4">
        <dgm:presLayoutVars>
          <dgm:chMax val="0"/>
          <dgm:chPref val="0"/>
          <dgm:bulletEnabled val="1"/>
        </dgm:presLayoutVars>
      </dgm:prSet>
      <dgm:spPr/>
    </dgm:pt>
    <dgm:pt modelId="{CD6EB883-4522-4E1E-8E39-7D13765D6469}" type="pres">
      <dgm:prSet presAssocID="{896D86DB-1BED-4A37-BA6E-6AC003D19302}" presName="parSh" presStyleLbl="node1" presStyleIdx="3" presStyleCnt="4" custScaleY="127687"/>
      <dgm:spPr/>
    </dgm:pt>
    <dgm:pt modelId="{051E89F8-0B16-4021-98CD-4780F0F304DD}" type="pres">
      <dgm:prSet presAssocID="{896D86DB-1BED-4A37-BA6E-6AC003D19302}" presName="desTx" presStyleLbl="fgAcc1" presStyleIdx="3" presStyleCnt="4">
        <dgm:presLayoutVars>
          <dgm:bulletEnabled val="1"/>
        </dgm:presLayoutVars>
      </dgm:prSet>
      <dgm:spPr/>
    </dgm:pt>
  </dgm:ptLst>
  <dgm:cxnLst>
    <dgm:cxn modelId="{EDCFEB06-567A-4A94-890F-A6AFE59B6A7F}" type="presOf" srcId="{D1A543DC-5ECB-44CB-B478-9E8164D0C6EC}" destId="{782F9C46-B0C7-4802-9154-A22CC2189B83}" srcOrd="0" destOrd="0" presId="urn:microsoft.com/office/officeart/2005/8/layout/process3"/>
    <dgm:cxn modelId="{B4743616-93DD-408E-8723-A46709A41C35}" type="presOf" srcId="{33313283-E2B2-4C7A-BB65-289A8AB246C4}" destId="{1C9242E0-5D26-446C-BDEB-D8E7327F2E11}" srcOrd="0" destOrd="0" presId="urn:microsoft.com/office/officeart/2005/8/layout/process3"/>
    <dgm:cxn modelId="{49BF2C18-4230-46F3-A34D-60E2659F55FD}" srcId="{5C20D015-E699-4754-BA1A-E66BDC08BA40}" destId="{33313283-E2B2-4C7A-BB65-289A8AB246C4}" srcOrd="0" destOrd="0" parTransId="{A7344D77-1A84-47D6-8150-1569A656B477}" sibTransId="{BAE53E32-C8DC-4CFA-A8BA-9EE52F4BB042}"/>
    <dgm:cxn modelId="{892CCC18-97E6-45D2-967E-D07A218EC737}" type="presOf" srcId="{2308466E-EA69-45CA-8673-024C8F7ABB85}" destId="{0C97281B-07BE-4396-8B39-D4ED87E9A590}" srcOrd="0" destOrd="0" presId="urn:microsoft.com/office/officeart/2005/8/layout/process3"/>
    <dgm:cxn modelId="{19722A23-D182-4DB7-967B-D6887C2AB717}" type="presOf" srcId="{D1A543DC-5ECB-44CB-B478-9E8164D0C6EC}" destId="{0BA3B0F6-6334-4FE4-B13B-6BAC90A6D256}" srcOrd="1" destOrd="0" presId="urn:microsoft.com/office/officeart/2005/8/layout/process3"/>
    <dgm:cxn modelId="{B1DFE930-0878-403C-BB74-B3A76A3CFE67}" type="presOf" srcId="{2A229C60-83D8-43F7-855D-8AB05CA1E8ED}" destId="{7508E4E2-C745-4FBC-B4AB-1CD93C5D6780}" srcOrd="1" destOrd="0" presId="urn:microsoft.com/office/officeart/2005/8/layout/process3"/>
    <dgm:cxn modelId="{BEB40E3A-DFF8-43C7-9DAB-57B5DCA8369C}" type="presOf" srcId="{5C20D015-E699-4754-BA1A-E66BDC08BA40}" destId="{2E02625D-1F01-4125-BE16-7C0101D2EB23}" srcOrd="1" destOrd="0" presId="urn:microsoft.com/office/officeart/2005/8/layout/process3"/>
    <dgm:cxn modelId="{1D726A40-7318-4294-9952-B756CD28FDBF}" type="presOf" srcId="{0E2BC53E-ADD0-4897-937B-EC6F79D8986E}" destId="{C3548B86-A7A9-4F1C-8B62-53273D4EFA2E}" srcOrd="0" destOrd="0" presId="urn:microsoft.com/office/officeart/2005/8/layout/process3"/>
    <dgm:cxn modelId="{4299C165-250B-4F20-9553-77EB542E8C77}" type="presOf" srcId="{2A229C60-83D8-43F7-855D-8AB05CA1E8ED}" destId="{C8F4B3DB-1C90-4AA1-B052-9266DAF760DD}" srcOrd="0" destOrd="0" presId="urn:microsoft.com/office/officeart/2005/8/layout/process3"/>
    <dgm:cxn modelId="{30B8A44A-F3EB-42CB-95BC-426B13B58A33}" srcId="{2A229C60-83D8-43F7-855D-8AB05CA1E8ED}" destId="{811737EA-4105-453E-8A45-3F459997DD06}" srcOrd="0" destOrd="0" parTransId="{FD1BE844-3462-4F42-9183-9077392F89E9}" sibTransId="{016DEC9C-8CFC-4CCD-8D9D-10E423CD81D4}"/>
    <dgm:cxn modelId="{16773A52-92D6-4B42-8525-7822D5294958}" type="presOf" srcId="{896D86DB-1BED-4A37-BA6E-6AC003D19302}" destId="{CD6EB883-4522-4E1E-8E39-7D13765D6469}" srcOrd="1" destOrd="0" presId="urn:microsoft.com/office/officeart/2005/8/layout/process3"/>
    <dgm:cxn modelId="{33B18955-10B0-4F37-96FE-B07E6DD4B74C}" type="presOf" srcId="{896D86DB-1BED-4A37-BA6E-6AC003D19302}" destId="{C9D284E4-B7E6-46F7-8BEF-1188D46BAA4A}" srcOrd="0" destOrd="0" presId="urn:microsoft.com/office/officeart/2005/8/layout/process3"/>
    <dgm:cxn modelId="{8CC08E56-3091-4A19-8AB3-77FBCBAE5FF6}" srcId="{2308466E-EA69-45CA-8673-024C8F7ABB85}" destId="{0E2BC53E-ADD0-4897-937B-EC6F79D8986E}" srcOrd="2" destOrd="0" parTransId="{D8976713-1B80-4B68-B40D-C4ECD8129786}" sibTransId="{3A97781A-8E00-47C3-AB0C-35687093D9DC}"/>
    <dgm:cxn modelId="{65C9707A-3CC5-43F8-98C8-C2E265FFBA37}" type="presOf" srcId="{811737EA-4105-453E-8A45-3F459997DD06}" destId="{3A0DDA7F-0B20-4F22-B8D0-485A38E08B7B}" srcOrd="0" destOrd="0" presId="urn:microsoft.com/office/officeart/2005/8/layout/process3"/>
    <dgm:cxn modelId="{56DF2F7C-028E-42C9-8948-AB83A2C83AC2}" type="presOf" srcId="{3A97781A-8E00-47C3-AB0C-35687093D9DC}" destId="{D1BBD582-56F2-415C-AF24-FBC2198FC548}" srcOrd="1" destOrd="0" presId="urn:microsoft.com/office/officeart/2005/8/layout/process3"/>
    <dgm:cxn modelId="{1D541B9A-2922-4F5F-8052-12BF797D0C5E}" type="presOf" srcId="{F0237237-53E4-4B78-99D8-C4697B3B1872}" destId="{7CFB5EE4-30DB-4B12-AC85-1EF0B6C505A2}" srcOrd="1" destOrd="0" presId="urn:microsoft.com/office/officeart/2005/8/layout/process3"/>
    <dgm:cxn modelId="{BED6B49E-2F77-442D-81C8-A0B2F72FCDBC}" srcId="{2308466E-EA69-45CA-8673-024C8F7ABB85}" destId="{2A229C60-83D8-43F7-855D-8AB05CA1E8ED}" srcOrd="1" destOrd="0" parTransId="{1D60F6EE-D2CF-4095-9321-88C7A3DAF927}" sibTransId="{D1A543DC-5ECB-44CB-B478-9E8164D0C6EC}"/>
    <dgm:cxn modelId="{B3F832A7-71EB-464C-A3E8-C5CE94F265EB}" srcId="{0E2BC53E-ADD0-4897-937B-EC6F79D8986E}" destId="{EC153BF2-EB31-48FE-A11D-BC90C5717626}" srcOrd="0" destOrd="0" parTransId="{ED8C6953-D660-4E77-A879-EB4BA814FEB5}" sibTransId="{84575504-5515-4099-BDE2-88BEF930FFEC}"/>
    <dgm:cxn modelId="{E15228A8-F746-4710-B42F-F63D48B7EFF9}" srcId="{2308466E-EA69-45CA-8673-024C8F7ABB85}" destId="{5C20D015-E699-4754-BA1A-E66BDC08BA40}" srcOrd="0" destOrd="0" parTransId="{592EC08F-32AA-4F75-927D-4522CAACDC26}" sibTransId="{F0237237-53E4-4B78-99D8-C4697B3B1872}"/>
    <dgm:cxn modelId="{76B78EAC-2757-4CC7-A98D-51C13457C43D}" srcId="{896D86DB-1BED-4A37-BA6E-6AC003D19302}" destId="{4044BA88-7A67-4093-AE5A-BE1A80099140}" srcOrd="0" destOrd="0" parTransId="{5CA14DD4-492B-49BA-9121-BA9E9515F523}" sibTransId="{BA30BA3E-90D9-4E74-9197-6BE762EC9A04}"/>
    <dgm:cxn modelId="{3619C0B0-64C6-4A47-BF11-3B8B372B47E4}" type="presOf" srcId="{0E2BC53E-ADD0-4897-937B-EC6F79D8986E}" destId="{38BD0386-BA4F-4507-A027-A9CB86CE60D4}" srcOrd="1" destOrd="0" presId="urn:microsoft.com/office/officeart/2005/8/layout/process3"/>
    <dgm:cxn modelId="{0EC22CB8-9A3D-4507-81EB-50D42516A88A}" type="presOf" srcId="{F0237237-53E4-4B78-99D8-C4697B3B1872}" destId="{8FC66A40-6184-46FC-85F1-D81A25867DAD}" srcOrd="0" destOrd="0" presId="urn:microsoft.com/office/officeart/2005/8/layout/process3"/>
    <dgm:cxn modelId="{CCF250BC-313B-4C80-B005-74AE7F94184C}" srcId="{2308466E-EA69-45CA-8673-024C8F7ABB85}" destId="{896D86DB-1BED-4A37-BA6E-6AC003D19302}" srcOrd="3" destOrd="0" parTransId="{0D1C784F-01A8-459A-B024-F504AB0593B4}" sibTransId="{1125C383-6593-42F1-AD1F-0D8561C24609}"/>
    <dgm:cxn modelId="{696522BF-FE90-46CC-927E-ACDE909E72BB}" type="presOf" srcId="{EC153BF2-EB31-48FE-A11D-BC90C5717626}" destId="{0BD49798-1319-4CC2-840F-73C8FEDD3499}" srcOrd="0" destOrd="0" presId="urn:microsoft.com/office/officeart/2005/8/layout/process3"/>
    <dgm:cxn modelId="{3CF664C9-B2D3-4909-8CD8-BB69C033A15A}" type="presOf" srcId="{3A97781A-8E00-47C3-AB0C-35687093D9DC}" destId="{ED2B2345-FAAC-4E42-8C00-213AB7377398}" srcOrd="0" destOrd="0" presId="urn:microsoft.com/office/officeart/2005/8/layout/process3"/>
    <dgm:cxn modelId="{28E06DCE-7300-41BE-93F8-361F103539C9}" type="presOf" srcId="{5C20D015-E699-4754-BA1A-E66BDC08BA40}" destId="{05FCB476-965F-4DBE-89C3-20F0AC3F0D41}" srcOrd="0" destOrd="0" presId="urn:microsoft.com/office/officeart/2005/8/layout/process3"/>
    <dgm:cxn modelId="{A13A67D7-D30E-4586-8B6F-331705146B44}" type="presOf" srcId="{4044BA88-7A67-4093-AE5A-BE1A80099140}" destId="{051E89F8-0B16-4021-98CD-4780F0F304DD}" srcOrd="0" destOrd="0" presId="urn:microsoft.com/office/officeart/2005/8/layout/process3"/>
    <dgm:cxn modelId="{54D3CBB6-FD06-4843-8469-B32C3842ED49}" type="presParOf" srcId="{0C97281B-07BE-4396-8B39-D4ED87E9A590}" destId="{871F5A34-6E33-4A6F-9F56-5045AEE592E5}" srcOrd="0" destOrd="0" presId="urn:microsoft.com/office/officeart/2005/8/layout/process3"/>
    <dgm:cxn modelId="{F9B5BBEA-1F9C-4EA4-B771-A20D142EDF83}" type="presParOf" srcId="{871F5A34-6E33-4A6F-9F56-5045AEE592E5}" destId="{05FCB476-965F-4DBE-89C3-20F0AC3F0D41}" srcOrd="0" destOrd="0" presId="urn:microsoft.com/office/officeart/2005/8/layout/process3"/>
    <dgm:cxn modelId="{6B024010-949E-440F-ABF0-DA50BF4B3B54}" type="presParOf" srcId="{871F5A34-6E33-4A6F-9F56-5045AEE592E5}" destId="{2E02625D-1F01-4125-BE16-7C0101D2EB23}" srcOrd="1" destOrd="0" presId="urn:microsoft.com/office/officeart/2005/8/layout/process3"/>
    <dgm:cxn modelId="{5D51A07F-CA90-4B9F-8690-FC991BD4024D}" type="presParOf" srcId="{871F5A34-6E33-4A6F-9F56-5045AEE592E5}" destId="{1C9242E0-5D26-446C-BDEB-D8E7327F2E11}" srcOrd="2" destOrd="0" presId="urn:microsoft.com/office/officeart/2005/8/layout/process3"/>
    <dgm:cxn modelId="{21D6277B-3D71-41ED-B839-4826BF9D55AB}" type="presParOf" srcId="{0C97281B-07BE-4396-8B39-D4ED87E9A590}" destId="{8FC66A40-6184-46FC-85F1-D81A25867DAD}" srcOrd="1" destOrd="0" presId="urn:microsoft.com/office/officeart/2005/8/layout/process3"/>
    <dgm:cxn modelId="{86C28918-F012-46F4-9979-FEF7443B476B}" type="presParOf" srcId="{8FC66A40-6184-46FC-85F1-D81A25867DAD}" destId="{7CFB5EE4-30DB-4B12-AC85-1EF0B6C505A2}" srcOrd="0" destOrd="0" presId="urn:microsoft.com/office/officeart/2005/8/layout/process3"/>
    <dgm:cxn modelId="{BFC380A6-4F7A-4C07-9D24-080993CBC94E}" type="presParOf" srcId="{0C97281B-07BE-4396-8B39-D4ED87E9A590}" destId="{0F8A38BE-FEB4-4701-AC47-D30C4728676A}" srcOrd="2" destOrd="0" presId="urn:microsoft.com/office/officeart/2005/8/layout/process3"/>
    <dgm:cxn modelId="{78784B6D-FE75-49D1-85B8-509FB598F42D}" type="presParOf" srcId="{0F8A38BE-FEB4-4701-AC47-D30C4728676A}" destId="{C8F4B3DB-1C90-4AA1-B052-9266DAF760DD}" srcOrd="0" destOrd="0" presId="urn:microsoft.com/office/officeart/2005/8/layout/process3"/>
    <dgm:cxn modelId="{A6C4DD79-1387-4ECD-BC82-EDB78B6F3592}" type="presParOf" srcId="{0F8A38BE-FEB4-4701-AC47-D30C4728676A}" destId="{7508E4E2-C745-4FBC-B4AB-1CD93C5D6780}" srcOrd="1" destOrd="0" presId="urn:microsoft.com/office/officeart/2005/8/layout/process3"/>
    <dgm:cxn modelId="{DDFAD4A8-A75C-456C-B14A-15673BA81A52}" type="presParOf" srcId="{0F8A38BE-FEB4-4701-AC47-D30C4728676A}" destId="{3A0DDA7F-0B20-4F22-B8D0-485A38E08B7B}" srcOrd="2" destOrd="0" presId="urn:microsoft.com/office/officeart/2005/8/layout/process3"/>
    <dgm:cxn modelId="{559B9517-D2E0-45C8-9654-99B26F2D309A}" type="presParOf" srcId="{0C97281B-07BE-4396-8B39-D4ED87E9A590}" destId="{782F9C46-B0C7-4802-9154-A22CC2189B83}" srcOrd="3" destOrd="0" presId="urn:microsoft.com/office/officeart/2005/8/layout/process3"/>
    <dgm:cxn modelId="{DD1E0A95-08D0-4460-89BB-2D7466856B9A}" type="presParOf" srcId="{782F9C46-B0C7-4802-9154-A22CC2189B83}" destId="{0BA3B0F6-6334-4FE4-B13B-6BAC90A6D256}" srcOrd="0" destOrd="0" presId="urn:microsoft.com/office/officeart/2005/8/layout/process3"/>
    <dgm:cxn modelId="{5DF07F7D-5335-4210-AF8F-9A82B991661A}" type="presParOf" srcId="{0C97281B-07BE-4396-8B39-D4ED87E9A590}" destId="{FA59FB56-F94A-4586-A4AE-14ACF018D0B3}" srcOrd="4" destOrd="0" presId="urn:microsoft.com/office/officeart/2005/8/layout/process3"/>
    <dgm:cxn modelId="{9B6501A3-496B-4660-8B83-441F5B424747}" type="presParOf" srcId="{FA59FB56-F94A-4586-A4AE-14ACF018D0B3}" destId="{C3548B86-A7A9-4F1C-8B62-53273D4EFA2E}" srcOrd="0" destOrd="0" presId="urn:microsoft.com/office/officeart/2005/8/layout/process3"/>
    <dgm:cxn modelId="{7909B439-1E33-4B11-A85A-1E9E6EF5AC95}" type="presParOf" srcId="{FA59FB56-F94A-4586-A4AE-14ACF018D0B3}" destId="{38BD0386-BA4F-4507-A027-A9CB86CE60D4}" srcOrd="1" destOrd="0" presId="urn:microsoft.com/office/officeart/2005/8/layout/process3"/>
    <dgm:cxn modelId="{259C110B-82FC-4465-9E96-85DA05FB9485}" type="presParOf" srcId="{FA59FB56-F94A-4586-A4AE-14ACF018D0B3}" destId="{0BD49798-1319-4CC2-840F-73C8FEDD3499}" srcOrd="2" destOrd="0" presId="urn:microsoft.com/office/officeart/2005/8/layout/process3"/>
    <dgm:cxn modelId="{77015A17-4654-4749-983B-27215F0AE814}" type="presParOf" srcId="{0C97281B-07BE-4396-8B39-D4ED87E9A590}" destId="{ED2B2345-FAAC-4E42-8C00-213AB7377398}" srcOrd="5" destOrd="0" presId="urn:microsoft.com/office/officeart/2005/8/layout/process3"/>
    <dgm:cxn modelId="{F51BC797-5FC7-41C7-BEA9-0B1A3D190470}" type="presParOf" srcId="{ED2B2345-FAAC-4E42-8C00-213AB7377398}" destId="{D1BBD582-56F2-415C-AF24-FBC2198FC548}" srcOrd="0" destOrd="0" presId="urn:microsoft.com/office/officeart/2005/8/layout/process3"/>
    <dgm:cxn modelId="{7184E859-BE78-43AC-8435-19E744C10D03}" type="presParOf" srcId="{0C97281B-07BE-4396-8B39-D4ED87E9A590}" destId="{945DB322-9386-45E9-872C-ADE856EA1CD9}" srcOrd="6" destOrd="0" presId="urn:microsoft.com/office/officeart/2005/8/layout/process3"/>
    <dgm:cxn modelId="{37F59C99-1830-4778-8AC3-631E6886885D}" type="presParOf" srcId="{945DB322-9386-45E9-872C-ADE856EA1CD9}" destId="{C9D284E4-B7E6-46F7-8BEF-1188D46BAA4A}" srcOrd="0" destOrd="0" presId="urn:microsoft.com/office/officeart/2005/8/layout/process3"/>
    <dgm:cxn modelId="{98652CC9-7A92-4FE9-B4B1-D7594A258338}" type="presParOf" srcId="{945DB322-9386-45E9-872C-ADE856EA1CD9}" destId="{CD6EB883-4522-4E1E-8E39-7D13765D6469}" srcOrd="1" destOrd="0" presId="urn:microsoft.com/office/officeart/2005/8/layout/process3"/>
    <dgm:cxn modelId="{C80AD657-E7A0-4F55-BF71-A3777E1CBFBB}" type="presParOf" srcId="{945DB322-9386-45E9-872C-ADE856EA1CD9}" destId="{051E89F8-0B16-4021-98CD-4780F0F304DD}" srcOrd="2" destOrd="0" presId="urn:microsoft.com/office/officeart/2005/8/layout/process3"/>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E352A0-E93A-4B07-80F7-AA44C0AB3A1D}" type="doc">
      <dgm:prSet loTypeId="urn:microsoft.com/office/officeart/2005/8/layout/hList1" loCatId="list" qsTypeId="urn:microsoft.com/office/officeart/2005/8/quickstyle/3d1" qsCatId="3D" csTypeId="urn:microsoft.com/office/officeart/2005/8/colors/colorful3" csCatId="colorful" phldr="1"/>
      <dgm:spPr/>
      <dgm:t>
        <a:bodyPr/>
        <a:lstStyle/>
        <a:p>
          <a:endParaRPr lang="en-AU"/>
        </a:p>
      </dgm:t>
    </dgm:pt>
    <dgm:pt modelId="{D7784D81-6921-4879-9FDF-49E919F4C01F}">
      <dgm:prSet phldrT="[Text]" custT="1"/>
      <dgm:spPr/>
      <dgm:t>
        <a:bodyPr/>
        <a:lstStyle/>
        <a:p>
          <a:pPr>
            <a:buNone/>
          </a:pPr>
          <a:r>
            <a:rPr lang="en-AU" sz="1600" b="1"/>
            <a:t>Service Scope</a:t>
          </a:r>
        </a:p>
      </dgm:t>
    </dgm:pt>
    <dgm:pt modelId="{BB456FEC-2752-4491-869D-E4EE1B5250B8}" type="parTrans" cxnId="{366A1C08-C349-4856-BC3D-0358C512E928}">
      <dgm:prSet/>
      <dgm:spPr/>
      <dgm:t>
        <a:bodyPr/>
        <a:lstStyle/>
        <a:p>
          <a:endParaRPr lang="en-AU"/>
        </a:p>
      </dgm:t>
    </dgm:pt>
    <dgm:pt modelId="{72CB57DC-AEED-4829-BE46-8E7D714DE99B}" type="sibTrans" cxnId="{366A1C08-C349-4856-BC3D-0358C512E928}">
      <dgm:prSet/>
      <dgm:spPr/>
      <dgm:t>
        <a:bodyPr/>
        <a:lstStyle/>
        <a:p>
          <a:endParaRPr lang="en-AU"/>
        </a:p>
      </dgm:t>
    </dgm:pt>
    <dgm:pt modelId="{98554D07-7033-4598-AD4E-7B3F978A8B78}">
      <dgm:prSet phldrT="[Text]"/>
      <dgm:spPr/>
      <dgm:t>
        <a:bodyPr/>
        <a:lstStyle/>
        <a:p>
          <a:pPr>
            <a:buFont typeface="Arial" panose="020B0604020202020204" pitchFamily="34" charset="0"/>
            <a:buChar char="•"/>
          </a:pPr>
          <a:r>
            <a:rPr lang="en-US" b="1" i="0"/>
            <a:t>Payroll Processing</a:t>
          </a:r>
          <a:r>
            <a:rPr lang="en-US" b="0" i="0"/>
            <a:t> (monthly, fortnightly, weekly): Earnings, deductions, tax, superannuation</a:t>
          </a:r>
          <a:endParaRPr lang="en-AU"/>
        </a:p>
      </dgm:t>
    </dgm:pt>
    <dgm:pt modelId="{F4FA2D89-970E-4F41-B8B7-DFDA72DD4639}" type="parTrans" cxnId="{9CD48490-9051-45D7-9C56-28BEF19C3350}">
      <dgm:prSet/>
      <dgm:spPr/>
      <dgm:t>
        <a:bodyPr/>
        <a:lstStyle/>
        <a:p>
          <a:endParaRPr lang="en-AU"/>
        </a:p>
      </dgm:t>
    </dgm:pt>
    <dgm:pt modelId="{B5C73519-3215-4D11-8D04-AED8E29DF530}" type="sibTrans" cxnId="{9CD48490-9051-45D7-9C56-28BEF19C3350}">
      <dgm:prSet/>
      <dgm:spPr/>
      <dgm:t>
        <a:bodyPr/>
        <a:lstStyle/>
        <a:p>
          <a:endParaRPr lang="en-AU"/>
        </a:p>
      </dgm:t>
    </dgm:pt>
    <dgm:pt modelId="{D1E54F69-2B4D-4EFB-AE39-5BF5031A3FE8}">
      <dgm:prSet phldrT="[Text]" custT="1"/>
      <dgm:spPr/>
      <dgm:t>
        <a:bodyPr/>
        <a:lstStyle/>
        <a:p>
          <a:pPr>
            <a:buNone/>
          </a:pPr>
          <a:r>
            <a:rPr lang="en-AU" sz="1600" b="1"/>
            <a:t>Delivery Model</a:t>
          </a:r>
        </a:p>
      </dgm:t>
    </dgm:pt>
    <dgm:pt modelId="{5DE7B5A7-4C49-4389-8B4D-F90A3F851B3D}" type="parTrans" cxnId="{4092EA1A-2541-435B-931E-B104E85FF91A}">
      <dgm:prSet/>
      <dgm:spPr/>
      <dgm:t>
        <a:bodyPr/>
        <a:lstStyle/>
        <a:p>
          <a:endParaRPr lang="en-AU"/>
        </a:p>
      </dgm:t>
    </dgm:pt>
    <dgm:pt modelId="{4841AD0C-0B16-472A-A257-A62DE9E6CA44}" type="sibTrans" cxnId="{4092EA1A-2541-435B-931E-B104E85FF91A}">
      <dgm:prSet/>
      <dgm:spPr/>
      <dgm:t>
        <a:bodyPr/>
        <a:lstStyle/>
        <a:p>
          <a:endParaRPr lang="en-AU"/>
        </a:p>
      </dgm:t>
    </dgm:pt>
    <dgm:pt modelId="{0FC556C1-F13F-41DF-8CF5-35985D7DEA19}">
      <dgm:prSet phldrT="[Text]"/>
      <dgm:spPr/>
      <dgm:t>
        <a:bodyPr/>
        <a:lstStyle/>
        <a:p>
          <a:pPr>
            <a:buFont typeface="Arial" panose="020B0604020202020204" pitchFamily="34" charset="0"/>
            <a:buChar char="•"/>
          </a:pPr>
          <a:r>
            <a:rPr lang="en-US" b="1" i="0"/>
            <a:t>Onshore Payroll SMEs</a:t>
          </a:r>
          <a:r>
            <a:rPr lang="en-US" b="0" i="0"/>
            <a:t>: Based in Australia for compliance and governance</a:t>
          </a:r>
          <a:endParaRPr lang="en-AU"/>
        </a:p>
      </dgm:t>
    </dgm:pt>
    <dgm:pt modelId="{04F24F38-128E-4481-A4E5-0A359AFCD7E0}" type="parTrans" cxnId="{5EFDC368-E2D0-49E6-A746-F23ED5C56371}">
      <dgm:prSet/>
      <dgm:spPr/>
      <dgm:t>
        <a:bodyPr/>
        <a:lstStyle/>
        <a:p>
          <a:endParaRPr lang="en-AU"/>
        </a:p>
      </dgm:t>
    </dgm:pt>
    <dgm:pt modelId="{4B4EF09E-0CC5-48CB-897C-D597931CDEAE}" type="sibTrans" cxnId="{5EFDC368-E2D0-49E6-A746-F23ED5C56371}">
      <dgm:prSet/>
      <dgm:spPr/>
      <dgm:t>
        <a:bodyPr/>
        <a:lstStyle/>
        <a:p>
          <a:endParaRPr lang="en-AU"/>
        </a:p>
      </dgm:t>
    </dgm:pt>
    <dgm:pt modelId="{A86916D8-8F75-461B-B7D8-DA1E36362666}">
      <dgm:prSet phldrT="[Text]" custT="1"/>
      <dgm:spPr/>
      <dgm:t>
        <a:bodyPr/>
        <a:lstStyle/>
        <a:p>
          <a:pPr>
            <a:buNone/>
          </a:pPr>
          <a:r>
            <a:rPr lang="en-AU" sz="1600" b="1"/>
            <a:t>Governance Structure</a:t>
          </a:r>
        </a:p>
      </dgm:t>
    </dgm:pt>
    <dgm:pt modelId="{A6626063-C853-4352-AFEC-3EA6249813C2}" type="parTrans" cxnId="{2405DAD3-8C2B-43AF-B2FE-59F6419ADCC0}">
      <dgm:prSet/>
      <dgm:spPr/>
      <dgm:t>
        <a:bodyPr/>
        <a:lstStyle/>
        <a:p>
          <a:endParaRPr lang="en-AU"/>
        </a:p>
      </dgm:t>
    </dgm:pt>
    <dgm:pt modelId="{86AFEED3-C1F6-4EA5-A6B8-FF4B25D2E074}" type="sibTrans" cxnId="{2405DAD3-8C2B-43AF-B2FE-59F6419ADCC0}">
      <dgm:prSet/>
      <dgm:spPr/>
      <dgm:t>
        <a:bodyPr/>
        <a:lstStyle/>
        <a:p>
          <a:endParaRPr lang="en-AU"/>
        </a:p>
      </dgm:t>
    </dgm:pt>
    <dgm:pt modelId="{7A056D54-5C07-4B9E-8C1A-A670665813FD}">
      <dgm:prSet phldrT="[Text]"/>
      <dgm:spPr/>
      <dgm:t>
        <a:bodyPr/>
        <a:lstStyle/>
        <a:p>
          <a:pPr>
            <a:buFont typeface="Arial" panose="020B0604020202020204" pitchFamily="34" charset="0"/>
            <a:buChar char="•"/>
          </a:pPr>
          <a:r>
            <a:rPr lang="en-US" b="1" i="0"/>
            <a:t>Client Governance Lead</a:t>
          </a:r>
          <a:r>
            <a:rPr lang="en-US" b="0" i="0"/>
            <a:t>: Escalation point and strategic oversight</a:t>
          </a:r>
          <a:endParaRPr lang="en-AU"/>
        </a:p>
      </dgm:t>
    </dgm:pt>
    <dgm:pt modelId="{A7EEF513-5368-40B1-AD73-9729E36AB704}" type="parTrans" cxnId="{DDB6F523-B3EA-40F3-B569-2BDBABC582BE}">
      <dgm:prSet/>
      <dgm:spPr/>
      <dgm:t>
        <a:bodyPr/>
        <a:lstStyle/>
        <a:p>
          <a:endParaRPr lang="en-AU"/>
        </a:p>
      </dgm:t>
    </dgm:pt>
    <dgm:pt modelId="{28F74938-0370-41BD-89B1-AEC83C521322}" type="sibTrans" cxnId="{DDB6F523-B3EA-40F3-B569-2BDBABC582BE}">
      <dgm:prSet/>
      <dgm:spPr/>
      <dgm:t>
        <a:bodyPr/>
        <a:lstStyle/>
        <a:p>
          <a:endParaRPr lang="en-AU"/>
        </a:p>
      </dgm:t>
    </dgm:pt>
    <dgm:pt modelId="{F75F1F17-D7CA-4FEA-BEC0-843369897812}">
      <dgm:prSet/>
      <dgm:spPr/>
      <dgm:t>
        <a:bodyPr/>
        <a:lstStyle/>
        <a:p>
          <a:pPr>
            <a:buFont typeface="Arial" panose="020B0604020202020204" pitchFamily="34" charset="0"/>
            <a:buChar char="•"/>
          </a:pPr>
          <a:r>
            <a:rPr lang="en-US" b="1" i="0"/>
            <a:t>Compliance</a:t>
          </a:r>
          <a:r>
            <a:rPr lang="en-US" b="0" i="0"/>
            <a:t>: Fair Work, ATO STP, Superannuation Guarantee, NES adherence</a:t>
          </a:r>
        </a:p>
      </dgm:t>
    </dgm:pt>
    <dgm:pt modelId="{A31B887B-372F-49E3-9D5D-849A13FBDFA2}" type="parTrans" cxnId="{C4E7DE03-997A-4313-9044-59307F4296F2}">
      <dgm:prSet/>
      <dgm:spPr/>
      <dgm:t>
        <a:bodyPr/>
        <a:lstStyle/>
        <a:p>
          <a:endParaRPr lang="en-AU"/>
        </a:p>
      </dgm:t>
    </dgm:pt>
    <dgm:pt modelId="{3E37E5B8-C4F5-4CE3-BBE6-2C5041486E02}" type="sibTrans" cxnId="{C4E7DE03-997A-4313-9044-59307F4296F2}">
      <dgm:prSet/>
      <dgm:spPr/>
      <dgm:t>
        <a:bodyPr/>
        <a:lstStyle/>
        <a:p>
          <a:endParaRPr lang="en-AU"/>
        </a:p>
      </dgm:t>
    </dgm:pt>
    <dgm:pt modelId="{30E206A1-8949-4CD3-AEB5-8372F81E7860}">
      <dgm:prSet/>
      <dgm:spPr/>
      <dgm:t>
        <a:bodyPr/>
        <a:lstStyle/>
        <a:p>
          <a:pPr>
            <a:buFont typeface="Arial" panose="020B0604020202020204" pitchFamily="34" charset="0"/>
            <a:buChar char="•"/>
          </a:pPr>
          <a:r>
            <a:rPr lang="en-AU" b="1" i="0"/>
            <a:t>Employee Lifecycle Updates</a:t>
          </a:r>
          <a:r>
            <a:rPr lang="en-AU" b="0" i="0"/>
            <a:t>: Hires, terminations, employee lifecycle changes</a:t>
          </a:r>
        </a:p>
      </dgm:t>
    </dgm:pt>
    <dgm:pt modelId="{459A7C51-B8FE-4702-80B6-105EC2E1ECB6}" type="parTrans" cxnId="{0A147C08-41E5-4479-AFAC-729DE5A95EB9}">
      <dgm:prSet/>
      <dgm:spPr/>
      <dgm:t>
        <a:bodyPr/>
        <a:lstStyle/>
        <a:p>
          <a:endParaRPr lang="en-AU"/>
        </a:p>
      </dgm:t>
    </dgm:pt>
    <dgm:pt modelId="{622A334F-A39C-4DBF-8E99-029016632BCB}" type="sibTrans" cxnId="{0A147C08-41E5-4479-AFAC-729DE5A95EB9}">
      <dgm:prSet/>
      <dgm:spPr/>
      <dgm:t>
        <a:bodyPr/>
        <a:lstStyle/>
        <a:p>
          <a:endParaRPr lang="en-AU"/>
        </a:p>
      </dgm:t>
    </dgm:pt>
    <dgm:pt modelId="{7C65AB0B-5F9E-4495-8FC5-00BC8E5375F1}">
      <dgm:prSet/>
      <dgm:spPr/>
      <dgm:t>
        <a:bodyPr/>
        <a:lstStyle/>
        <a:p>
          <a:pPr>
            <a:buFont typeface="Arial" panose="020B0604020202020204" pitchFamily="34" charset="0"/>
            <a:buChar char="•"/>
          </a:pPr>
          <a:r>
            <a:rPr lang="en-AU" b="1" i="0"/>
            <a:t>Leave &amp; Absence Management</a:t>
          </a:r>
          <a:r>
            <a:rPr lang="en-AU" b="0" i="0"/>
            <a:t>: Entitlements, accruals, payouts</a:t>
          </a:r>
        </a:p>
      </dgm:t>
    </dgm:pt>
    <dgm:pt modelId="{A11CD934-93F9-417E-975F-06EB0A229E70}" type="parTrans" cxnId="{C6709DA0-A299-41A2-B75F-A43260B5435C}">
      <dgm:prSet/>
      <dgm:spPr/>
      <dgm:t>
        <a:bodyPr/>
        <a:lstStyle/>
        <a:p>
          <a:endParaRPr lang="en-AU"/>
        </a:p>
      </dgm:t>
    </dgm:pt>
    <dgm:pt modelId="{0502CE01-2F56-48B6-954C-48A0878F8A34}" type="sibTrans" cxnId="{C6709DA0-A299-41A2-B75F-A43260B5435C}">
      <dgm:prSet/>
      <dgm:spPr/>
      <dgm:t>
        <a:bodyPr/>
        <a:lstStyle/>
        <a:p>
          <a:endParaRPr lang="en-AU"/>
        </a:p>
      </dgm:t>
    </dgm:pt>
    <dgm:pt modelId="{AE03CD09-8DE5-4438-BD29-D89C804B40F7}">
      <dgm:prSet/>
      <dgm:spPr/>
      <dgm:t>
        <a:bodyPr/>
        <a:lstStyle/>
        <a:p>
          <a:pPr>
            <a:buFont typeface="Arial" panose="020B0604020202020204" pitchFamily="34" charset="0"/>
            <a:buChar char="•"/>
          </a:pPr>
          <a:r>
            <a:rPr lang="en-US" b="1" i="0"/>
            <a:t>Year-End Processing</a:t>
          </a:r>
          <a:r>
            <a:rPr lang="en-US" b="0" i="0"/>
            <a:t>: income statements, reconciliations</a:t>
          </a:r>
        </a:p>
      </dgm:t>
    </dgm:pt>
    <dgm:pt modelId="{EE58EDC8-C10F-49CA-8029-B228BE1DACFD}" type="parTrans" cxnId="{19CFC31B-B685-4609-98C5-9E5C5D3356D2}">
      <dgm:prSet/>
      <dgm:spPr/>
      <dgm:t>
        <a:bodyPr/>
        <a:lstStyle/>
        <a:p>
          <a:endParaRPr lang="en-AU"/>
        </a:p>
      </dgm:t>
    </dgm:pt>
    <dgm:pt modelId="{840A8C77-A5BF-479E-AC27-1D738184E004}" type="sibTrans" cxnId="{19CFC31B-B685-4609-98C5-9E5C5D3356D2}">
      <dgm:prSet/>
      <dgm:spPr/>
      <dgm:t>
        <a:bodyPr/>
        <a:lstStyle/>
        <a:p>
          <a:endParaRPr lang="en-AU"/>
        </a:p>
      </dgm:t>
    </dgm:pt>
    <dgm:pt modelId="{7C1B9AE9-DBA5-4707-9461-53ACE3A6E21E}">
      <dgm:prSet/>
      <dgm:spPr/>
      <dgm:t>
        <a:bodyPr/>
        <a:lstStyle/>
        <a:p>
          <a:pPr>
            <a:buFont typeface="Arial" panose="020B0604020202020204" pitchFamily="34" charset="0"/>
            <a:buChar char="•"/>
          </a:pPr>
          <a:r>
            <a:rPr lang="en-US" b="1" i="0"/>
            <a:t>Reporting &amp; Analytics</a:t>
          </a:r>
          <a:r>
            <a:rPr lang="en-US" b="0" i="0"/>
            <a:t>: Payroll reports, GL extracts, compliance metrics</a:t>
          </a:r>
        </a:p>
      </dgm:t>
    </dgm:pt>
    <dgm:pt modelId="{265B2912-F894-4460-8F1E-E088A708827A}" type="parTrans" cxnId="{85EA33F0-DF0F-416E-8125-652C01D18FF7}">
      <dgm:prSet/>
      <dgm:spPr/>
      <dgm:t>
        <a:bodyPr/>
        <a:lstStyle/>
        <a:p>
          <a:endParaRPr lang="en-AU"/>
        </a:p>
      </dgm:t>
    </dgm:pt>
    <dgm:pt modelId="{0EEA9407-66EC-4E3C-B805-44803782968E}" type="sibTrans" cxnId="{85EA33F0-DF0F-416E-8125-652C01D18FF7}">
      <dgm:prSet/>
      <dgm:spPr/>
      <dgm:t>
        <a:bodyPr/>
        <a:lstStyle/>
        <a:p>
          <a:endParaRPr lang="en-AU"/>
        </a:p>
      </dgm:t>
    </dgm:pt>
    <dgm:pt modelId="{7C1EBA76-9C72-4A6C-B826-0B9244A6EF21}">
      <dgm:prSet/>
      <dgm:spPr/>
      <dgm:t>
        <a:bodyPr/>
        <a:lstStyle/>
        <a:p>
          <a:pPr>
            <a:buFont typeface="Arial" panose="020B0604020202020204" pitchFamily="34" charset="0"/>
            <a:buChar char="•"/>
          </a:pPr>
          <a:r>
            <a:rPr lang="en-US" b="1" i="0"/>
            <a:t>Offshore/Hybrid Ops Team</a:t>
          </a:r>
          <a:r>
            <a:rPr lang="en-US" b="0" i="0"/>
            <a:t> (optional): Transactional processing for scale and cost-efficiency</a:t>
          </a:r>
        </a:p>
      </dgm:t>
    </dgm:pt>
    <dgm:pt modelId="{D6408E28-107F-452F-BBDE-82A3BD4691BD}" type="parTrans" cxnId="{0909959C-A7FC-418C-BD59-18F23476F002}">
      <dgm:prSet/>
      <dgm:spPr/>
      <dgm:t>
        <a:bodyPr/>
        <a:lstStyle/>
        <a:p>
          <a:endParaRPr lang="en-AU"/>
        </a:p>
      </dgm:t>
    </dgm:pt>
    <dgm:pt modelId="{B9B6B5EA-FC9D-4B36-BE62-7FA715A6DFFD}" type="sibTrans" cxnId="{0909959C-A7FC-418C-BD59-18F23476F002}">
      <dgm:prSet/>
      <dgm:spPr/>
      <dgm:t>
        <a:bodyPr/>
        <a:lstStyle/>
        <a:p>
          <a:endParaRPr lang="en-AU"/>
        </a:p>
      </dgm:t>
    </dgm:pt>
    <dgm:pt modelId="{2DD569B2-9E47-41D1-8E02-90FF51B66673}">
      <dgm:prSet/>
      <dgm:spPr/>
      <dgm:t>
        <a:bodyPr/>
        <a:lstStyle/>
        <a:p>
          <a:pPr>
            <a:buFont typeface="Arial" panose="020B0604020202020204" pitchFamily="34" charset="0"/>
            <a:buChar char="•"/>
          </a:pPr>
          <a:r>
            <a:rPr lang="en-US" b="1" i="0"/>
            <a:t>Payroll Delivery Manager (Mivada)</a:t>
          </a:r>
          <a:r>
            <a:rPr lang="en-US" b="0" i="0"/>
            <a:t>: Accountable for end-to-end service</a:t>
          </a:r>
        </a:p>
      </dgm:t>
    </dgm:pt>
    <dgm:pt modelId="{7C212F54-4281-464C-8419-70402BF043D0}" type="parTrans" cxnId="{47ED111E-25D3-4A42-937E-C204E707EBF1}">
      <dgm:prSet/>
      <dgm:spPr/>
      <dgm:t>
        <a:bodyPr/>
        <a:lstStyle/>
        <a:p>
          <a:endParaRPr lang="en-AU"/>
        </a:p>
      </dgm:t>
    </dgm:pt>
    <dgm:pt modelId="{967FC9CF-2D50-463D-80C3-E301309AD20D}" type="sibTrans" cxnId="{47ED111E-25D3-4A42-937E-C204E707EBF1}">
      <dgm:prSet/>
      <dgm:spPr/>
      <dgm:t>
        <a:bodyPr/>
        <a:lstStyle/>
        <a:p>
          <a:endParaRPr lang="en-AU"/>
        </a:p>
      </dgm:t>
    </dgm:pt>
    <dgm:pt modelId="{A3BC09CA-78DD-42EF-8DB7-5B8E0B614601}">
      <dgm:prSet/>
      <dgm:spPr/>
      <dgm:t>
        <a:bodyPr/>
        <a:lstStyle/>
        <a:p>
          <a:pPr>
            <a:buFont typeface="Arial" panose="020B0604020202020204" pitchFamily="34" charset="0"/>
            <a:buChar char="•"/>
          </a:pPr>
          <a:r>
            <a:rPr lang="en-US" b="1" i="0"/>
            <a:t>Service Delivery Team</a:t>
          </a:r>
          <a:r>
            <a:rPr lang="en-US" b="0" i="0"/>
            <a:t>: Processing, validations, exception handling</a:t>
          </a:r>
        </a:p>
      </dgm:t>
    </dgm:pt>
    <dgm:pt modelId="{7207070F-1427-4529-B064-543D8AD723CA}" type="parTrans" cxnId="{95779B01-186F-4927-BFB0-A4CE7B7A9DCD}">
      <dgm:prSet/>
      <dgm:spPr/>
      <dgm:t>
        <a:bodyPr/>
        <a:lstStyle/>
        <a:p>
          <a:endParaRPr lang="en-AU"/>
        </a:p>
      </dgm:t>
    </dgm:pt>
    <dgm:pt modelId="{31FC108A-173E-4B06-813D-50486EC256F8}" type="sibTrans" cxnId="{95779B01-186F-4927-BFB0-A4CE7B7A9DCD}">
      <dgm:prSet/>
      <dgm:spPr/>
      <dgm:t>
        <a:bodyPr/>
        <a:lstStyle/>
        <a:p>
          <a:endParaRPr lang="en-AU"/>
        </a:p>
      </dgm:t>
    </dgm:pt>
    <dgm:pt modelId="{A9FFD758-16D8-4DFB-9C27-FBBB178E132E}">
      <dgm:prSet/>
      <dgm:spPr/>
      <dgm:t>
        <a:bodyPr/>
        <a:lstStyle/>
        <a:p>
          <a:pPr>
            <a:buFont typeface="Arial" panose="020B0604020202020204" pitchFamily="34" charset="0"/>
            <a:buChar char="•"/>
          </a:pPr>
          <a:r>
            <a:rPr lang="en-US" b="1" i="0"/>
            <a:t>Weekly Ops Review</a:t>
          </a:r>
          <a:r>
            <a:rPr lang="en-US" b="0" i="0"/>
            <a:t>: SLA performance, issue resolution, payroll calendar review</a:t>
          </a:r>
        </a:p>
      </dgm:t>
    </dgm:pt>
    <dgm:pt modelId="{22E437D6-1D00-44C4-9C80-10BC9DC275B3}" type="parTrans" cxnId="{9E5A7A16-4C4C-4EE8-BA54-16543A3AE9D1}">
      <dgm:prSet/>
      <dgm:spPr/>
      <dgm:t>
        <a:bodyPr/>
        <a:lstStyle/>
        <a:p>
          <a:endParaRPr lang="en-AU"/>
        </a:p>
      </dgm:t>
    </dgm:pt>
    <dgm:pt modelId="{E5857F16-DC35-4B92-922E-9044F425A569}" type="sibTrans" cxnId="{9E5A7A16-4C4C-4EE8-BA54-16543A3AE9D1}">
      <dgm:prSet/>
      <dgm:spPr/>
      <dgm:t>
        <a:bodyPr/>
        <a:lstStyle/>
        <a:p>
          <a:endParaRPr lang="en-AU"/>
        </a:p>
      </dgm:t>
    </dgm:pt>
    <dgm:pt modelId="{268EA321-E466-4C6A-A307-CD781BC0683D}">
      <dgm:prSet/>
      <dgm:spPr/>
      <dgm:t>
        <a:bodyPr/>
        <a:lstStyle/>
        <a:p>
          <a:pPr>
            <a:buFont typeface="Arial" panose="020B0604020202020204" pitchFamily="34" charset="0"/>
            <a:buChar char="•"/>
          </a:pPr>
          <a:r>
            <a:rPr lang="en-US" b="1" i="0"/>
            <a:t>Monthly Governance Review</a:t>
          </a:r>
          <a:r>
            <a:rPr lang="en-US" b="0" i="0"/>
            <a:t>: Compliance, changes, risks, improvements</a:t>
          </a:r>
        </a:p>
      </dgm:t>
    </dgm:pt>
    <dgm:pt modelId="{4F2A2D38-D318-4D05-BFF4-56735D4FF318}" type="parTrans" cxnId="{08665406-84F3-4DD4-A1C0-BA68A1C6BE35}">
      <dgm:prSet/>
      <dgm:spPr/>
      <dgm:t>
        <a:bodyPr/>
        <a:lstStyle/>
        <a:p>
          <a:endParaRPr lang="en-AU"/>
        </a:p>
      </dgm:t>
    </dgm:pt>
    <dgm:pt modelId="{A5D478F5-A7F3-469F-951F-CD737190F0AD}" type="sibTrans" cxnId="{08665406-84F3-4DD4-A1C0-BA68A1C6BE35}">
      <dgm:prSet/>
      <dgm:spPr/>
      <dgm:t>
        <a:bodyPr/>
        <a:lstStyle/>
        <a:p>
          <a:endParaRPr lang="en-AU"/>
        </a:p>
      </dgm:t>
    </dgm:pt>
    <dgm:pt modelId="{D29881C1-1185-49C8-B36E-742F41AD68D2}">
      <dgm:prSet custT="1"/>
      <dgm:spPr/>
      <dgm:t>
        <a:bodyPr/>
        <a:lstStyle/>
        <a:p>
          <a:pPr>
            <a:buNone/>
          </a:pPr>
          <a:r>
            <a:rPr lang="en-AU" sz="1600" b="1"/>
            <a:t>Service Levels (SLAs &amp; KPIs)</a:t>
          </a:r>
          <a:endParaRPr lang="en-US" sz="1600" b="1" i="0"/>
        </a:p>
      </dgm:t>
    </dgm:pt>
    <dgm:pt modelId="{F9ACD7EF-3275-49CD-A8DF-9EAA89F6A4CD}" type="parTrans" cxnId="{81F893AC-FCBE-4DA1-A2C6-A1803789563D}">
      <dgm:prSet/>
      <dgm:spPr/>
      <dgm:t>
        <a:bodyPr/>
        <a:lstStyle/>
        <a:p>
          <a:endParaRPr lang="en-AU"/>
        </a:p>
      </dgm:t>
    </dgm:pt>
    <dgm:pt modelId="{C639BB26-C900-4C11-8C28-D3D8D5179E37}" type="sibTrans" cxnId="{81F893AC-FCBE-4DA1-A2C6-A1803789563D}">
      <dgm:prSet/>
      <dgm:spPr/>
      <dgm:t>
        <a:bodyPr/>
        <a:lstStyle/>
        <a:p>
          <a:endParaRPr lang="en-AU"/>
        </a:p>
      </dgm:t>
    </dgm:pt>
    <dgm:pt modelId="{C8B01E78-1995-4CBC-A348-780657B67B6A}">
      <dgm:prSet custT="1"/>
      <dgm:spPr/>
      <dgm:t>
        <a:bodyPr/>
        <a:lstStyle/>
        <a:p>
          <a:pPr>
            <a:buNone/>
          </a:pPr>
          <a:r>
            <a:rPr lang="en-AU" sz="1600" b="1"/>
            <a:t>Technology &amp; Tools</a:t>
          </a:r>
        </a:p>
      </dgm:t>
    </dgm:pt>
    <dgm:pt modelId="{6C57A3F2-61E0-499E-8639-0D01D814FD13}" type="parTrans" cxnId="{5FAB99D2-5896-4554-B517-F474EF2FAD53}">
      <dgm:prSet/>
      <dgm:spPr/>
      <dgm:t>
        <a:bodyPr/>
        <a:lstStyle/>
        <a:p>
          <a:endParaRPr lang="en-AU"/>
        </a:p>
      </dgm:t>
    </dgm:pt>
    <dgm:pt modelId="{2DD34946-E674-4644-95A4-B0AD4BA76C0D}" type="sibTrans" cxnId="{5FAB99D2-5896-4554-B517-F474EF2FAD53}">
      <dgm:prSet/>
      <dgm:spPr/>
      <dgm:t>
        <a:bodyPr/>
        <a:lstStyle/>
        <a:p>
          <a:endParaRPr lang="en-AU"/>
        </a:p>
      </dgm:t>
    </dgm:pt>
    <dgm:pt modelId="{75CD5D04-CC50-40AC-B565-46D7CBA86DF4}">
      <dgm:prSet custT="1"/>
      <dgm:spPr/>
      <dgm:t>
        <a:bodyPr/>
        <a:lstStyle/>
        <a:p>
          <a:pPr>
            <a:buNone/>
          </a:pPr>
          <a:r>
            <a:rPr lang="en-AU" sz="1600" b="1"/>
            <a:t>Compliance &amp; Risk Management</a:t>
          </a:r>
        </a:p>
      </dgm:t>
    </dgm:pt>
    <dgm:pt modelId="{74276AA7-B7F5-4B36-A891-A5014671F19B}" type="parTrans" cxnId="{E08FA6CD-2D9C-47CC-8FE4-E4E7A1726278}">
      <dgm:prSet/>
      <dgm:spPr/>
      <dgm:t>
        <a:bodyPr/>
        <a:lstStyle/>
        <a:p>
          <a:endParaRPr lang="en-AU"/>
        </a:p>
      </dgm:t>
    </dgm:pt>
    <dgm:pt modelId="{E378AE2C-773C-4C81-85D8-A95687AA8C97}" type="sibTrans" cxnId="{E08FA6CD-2D9C-47CC-8FE4-E4E7A1726278}">
      <dgm:prSet/>
      <dgm:spPr/>
      <dgm:t>
        <a:bodyPr/>
        <a:lstStyle/>
        <a:p>
          <a:endParaRPr lang="en-AU"/>
        </a:p>
      </dgm:t>
    </dgm:pt>
    <dgm:pt modelId="{1646CA2B-41CF-4F21-90DC-21534CE9313D}">
      <dgm:prSet/>
      <dgm:spPr/>
      <dgm:t>
        <a:bodyPr/>
        <a:lstStyle/>
        <a:p>
          <a:pPr>
            <a:buFont typeface="Arial" panose="020B0604020202020204" pitchFamily="34" charset="0"/>
            <a:buChar char="•"/>
          </a:pPr>
          <a:r>
            <a:rPr lang="en-AU" b="1" i="0"/>
            <a:t>Payroll Accuracy</a:t>
          </a:r>
          <a:r>
            <a:rPr lang="en-AU" b="0" i="0"/>
            <a:t>: &gt;99.5%</a:t>
          </a:r>
          <a:endParaRPr lang="en-US" b="0" i="0"/>
        </a:p>
      </dgm:t>
    </dgm:pt>
    <dgm:pt modelId="{F606FF67-C9AE-4788-AF67-06C2F335EC58}" type="parTrans" cxnId="{B1F457E8-7B88-45C4-B7DC-DFD3173C8CD9}">
      <dgm:prSet/>
      <dgm:spPr/>
      <dgm:t>
        <a:bodyPr/>
        <a:lstStyle/>
        <a:p>
          <a:endParaRPr lang="en-AU"/>
        </a:p>
      </dgm:t>
    </dgm:pt>
    <dgm:pt modelId="{228DDF08-671A-4716-AAB5-C1C5A43C81A6}" type="sibTrans" cxnId="{B1F457E8-7B88-45C4-B7DC-DFD3173C8CD9}">
      <dgm:prSet/>
      <dgm:spPr/>
      <dgm:t>
        <a:bodyPr/>
        <a:lstStyle/>
        <a:p>
          <a:endParaRPr lang="en-AU"/>
        </a:p>
      </dgm:t>
    </dgm:pt>
    <dgm:pt modelId="{FDEA3C92-8858-4FF9-B795-F9CDD308FD68}">
      <dgm:prSet/>
      <dgm:spPr/>
      <dgm:t>
        <a:bodyPr/>
        <a:lstStyle/>
        <a:p>
          <a:pPr>
            <a:buFont typeface="Arial" panose="020B0604020202020204" pitchFamily="34" charset="0"/>
            <a:buChar char="•"/>
          </a:pPr>
          <a:r>
            <a:rPr lang="en-AU" b="1" i="0"/>
            <a:t>On-Time Payroll Processing</a:t>
          </a:r>
          <a:r>
            <a:rPr lang="en-AU" b="0" i="0"/>
            <a:t>: 100%</a:t>
          </a:r>
        </a:p>
      </dgm:t>
    </dgm:pt>
    <dgm:pt modelId="{EF028F4D-4329-4B26-8311-51C8890CE1AB}" type="parTrans" cxnId="{191D87F3-C1FD-4CE5-AE4D-BFFA52262B6E}">
      <dgm:prSet/>
      <dgm:spPr/>
      <dgm:t>
        <a:bodyPr/>
        <a:lstStyle/>
        <a:p>
          <a:endParaRPr lang="en-AU"/>
        </a:p>
      </dgm:t>
    </dgm:pt>
    <dgm:pt modelId="{C61DDFF7-5FA6-489F-8314-45C696F583AE}" type="sibTrans" cxnId="{191D87F3-C1FD-4CE5-AE4D-BFFA52262B6E}">
      <dgm:prSet/>
      <dgm:spPr/>
      <dgm:t>
        <a:bodyPr/>
        <a:lstStyle/>
        <a:p>
          <a:endParaRPr lang="en-AU"/>
        </a:p>
      </dgm:t>
    </dgm:pt>
    <dgm:pt modelId="{D0312CC6-9039-48DB-B9FD-F1889F71D7A2}">
      <dgm:prSet/>
      <dgm:spPr/>
      <dgm:t>
        <a:bodyPr/>
        <a:lstStyle/>
        <a:p>
          <a:pPr>
            <a:buFont typeface="Arial" panose="020B0604020202020204" pitchFamily="34" charset="0"/>
            <a:buChar char="•"/>
          </a:pPr>
          <a:r>
            <a:rPr lang="en-AU" b="1" i="0"/>
            <a:t>STP Filing Timeliness</a:t>
          </a:r>
          <a:r>
            <a:rPr lang="en-AU" b="0" i="0"/>
            <a:t>: 100%</a:t>
          </a:r>
        </a:p>
      </dgm:t>
    </dgm:pt>
    <dgm:pt modelId="{A79F802B-BE52-423E-BFEB-37BAC9D070E3}" type="parTrans" cxnId="{38B5542F-3E83-446F-AD26-3F3EF1CD9832}">
      <dgm:prSet/>
      <dgm:spPr/>
      <dgm:t>
        <a:bodyPr/>
        <a:lstStyle/>
        <a:p>
          <a:endParaRPr lang="en-AU"/>
        </a:p>
      </dgm:t>
    </dgm:pt>
    <dgm:pt modelId="{E1A91A47-BDEA-4F38-BB3E-640F67DF9C76}" type="sibTrans" cxnId="{38B5542F-3E83-446F-AD26-3F3EF1CD9832}">
      <dgm:prSet/>
      <dgm:spPr/>
      <dgm:t>
        <a:bodyPr/>
        <a:lstStyle/>
        <a:p>
          <a:endParaRPr lang="en-AU"/>
        </a:p>
      </dgm:t>
    </dgm:pt>
    <dgm:pt modelId="{109E51E2-C8D0-4D8C-91BC-CBE3C807F00B}">
      <dgm:prSet/>
      <dgm:spPr/>
      <dgm:t>
        <a:bodyPr/>
        <a:lstStyle/>
        <a:p>
          <a:pPr>
            <a:buFont typeface="Arial" panose="020B0604020202020204" pitchFamily="34" charset="0"/>
            <a:buChar char="•"/>
          </a:pPr>
          <a:r>
            <a:rPr lang="en-US" b="1" i="0"/>
            <a:t>Query Resolution Time</a:t>
          </a:r>
          <a:r>
            <a:rPr lang="en-US" b="0" i="0"/>
            <a:t>: &lt;2 business days</a:t>
          </a:r>
        </a:p>
      </dgm:t>
    </dgm:pt>
    <dgm:pt modelId="{C3C526E7-57D2-42AF-B013-C3CF9214A521}" type="parTrans" cxnId="{46A51625-58DF-4FB6-B77C-4D3717FB1D32}">
      <dgm:prSet/>
      <dgm:spPr/>
      <dgm:t>
        <a:bodyPr/>
        <a:lstStyle/>
        <a:p>
          <a:endParaRPr lang="en-AU"/>
        </a:p>
      </dgm:t>
    </dgm:pt>
    <dgm:pt modelId="{F4D756A2-6A01-46E2-B724-FAF08C0BDD92}" type="sibTrans" cxnId="{46A51625-58DF-4FB6-B77C-4D3717FB1D32}">
      <dgm:prSet/>
      <dgm:spPr/>
      <dgm:t>
        <a:bodyPr/>
        <a:lstStyle/>
        <a:p>
          <a:endParaRPr lang="en-AU"/>
        </a:p>
      </dgm:t>
    </dgm:pt>
    <dgm:pt modelId="{03B9026B-9B33-4437-B434-B89FF19515E4}">
      <dgm:prSet/>
      <dgm:spPr/>
      <dgm:t>
        <a:bodyPr/>
        <a:lstStyle/>
        <a:p>
          <a:pPr>
            <a:buFont typeface="Arial" panose="020B0604020202020204" pitchFamily="34" charset="0"/>
            <a:buChar char="•"/>
          </a:pPr>
          <a:r>
            <a:rPr lang="en-US" b="1" i="0"/>
            <a:t>Compliance Updates Applied</a:t>
          </a:r>
          <a:r>
            <a:rPr lang="en-US" b="0" i="0"/>
            <a:t>: Within 5 working days of regulatory change</a:t>
          </a:r>
        </a:p>
      </dgm:t>
    </dgm:pt>
    <dgm:pt modelId="{99D89212-ADFA-4732-94D4-040F536D7162}" type="parTrans" cxnId="{AFE69B4E-FF8F-442B-888D-08CE0547493E}">
      <dgm:prSet/>
      <dgm:spPr/>
      <dgm:t>
        <a:bodyPr/>
        <a:lstStyle/>
        <a:p>
          <a:endParaRPr lang="en-AU"/>
        </a:p>
      </dgm:t>
    </dgm:pt>
    <dgm:pt modelId="{DD90206E-A287-4E00-AAD4-0BB665B989D9}" type="sibTrans" cxnId="{AFE69B4E-FF8F-442B-888D-08CE0547493E}">
      <dgm:prSet/>
      <dgm:spPr/>
      <dgm:t>
        <a:bodyPr/>
        <a:lstStyle/>
        <a:p>
          <a:endParaRPr lang="en-AU"/>
        </a:p>
      </dgm:t>
    </dgm:pt>
    <dgm:pt modelId="{0082C39D-59CF-4FB8-9867-760243C4B972}">
      <dgm:prSet/>
      <dgm:spPr/>
      <dgm:t>
        <a:bodyPr/>
        <a:lstStyle/>
        <a:p>
          <a:pPr>
            <a:buFont typeface="Arial" panose="020B0604020202020204" pitchFamily="34" charset="0"/>
            <a:buChar char="•"/>
          </a:pPr>
          <a:r>
            <a:rPr lang="en-US" b="1" i="0"/>
            <a:t>STP Reporting to ATO</a:t>
          </a:r>
          <a:r>
            <a:rPr lang="en-US" b="0" i="0"/>
            <a:t>: Managed and reconciled each pay run</a:t>
          </a:r>
          <a:endParaRPr lang="en-AU"/>
        </a:p>
      </dgm:t>
    </dgm:pt>
    <dgm:pt modelId="{764C3A1E-C1DA-447C-A2A6-46C47583D42F}" type="parTrans" cxnId="{B5129BC8-E045-418C-8287-7810E5AB70B2}">
      <dgm:prSet/>
      <dgm:spPr/>
      <dgm:t>
        <a:bodyPr/>
        <a:lstStyle/>
        <a:p>
          <a:endParaRPr lang="en-AU"/>
        </a:p>
      </dgm:t>
    </dgm:pt>
    <dgm:pt modelId="{B8205287-5F18-44EA-8BEE-2D52C93A47F2}" type="sibTrans" cxnId="{B5129BC8-E045-418C-8287-7810E5AB70B2}">
      <dgm:prSet/>
      <dgm:spPr/>
      <dgm:t>
        <a:bodyPr/>
        <a:lstStyle/>
        <a:p>
          <a:endParaRPr lang="en-AU"/>
        </a:p>
      </dgm:t>
    </dgm:pt>
    <dgm:pt modelId="{F99514A8-5D40-447D-B126-4E31E6319358}">
      <dgm:prSet/>
      <dgm:spPr/>
      <dgm:t>
        <a:bodyPr/>
        <a:lstStyle/>
        <a:p>
          <a:pPr>
            <a:buFont typeface="Arial" panose="020B0604020202020204" pitchFamily="34" charset="0"/>
            <a:buChar char="•"/>
          </a:pPr>
          <a:r>
            <a:rPr lang="en-US" b="1" i="0"/>
            <a:t>Superannuation Processing</a:t>
          </a:r>
          <a:r>
            <a:rPr lang="en-US" b="0" i="0"/>
            <a:t>: Per statutory schedule (SG and voluntary) </a:t>
          </a:r>
          <a:r>
            <a:rPr lang="en-US" b="0" i="0" err="1"/>
            <a:t>PayDay</a:t>
          </a:r>
          <a:r>
            <a:rPr lang="en-US" b="0" i="0"/>
            <a:t> Super </a:t>
          </a:r>
        </a:p>
      </dgm:t>
    </dgm:pt>
    <dgm:pt modelId="{CC49A680-82D8-4FB2-A157-AD62CE8B9381}" type="parTrans" cxnId="{255B78B2-B489-4793-810A-306E3847A025}">
      <dgm:prSet/>
      <dgm:spPr/>
      <dgm:t>
        <a:bodyPr/>
        <a:lstStyle/>
        <a:p>
          <a:endParaRPr lang="en-AU"/>
        </a:p>
      </dgm:t>
    </dgm:pt>
    <dgm:pt modelId="{0AA444AB-F75E-4E7D-8F63-1875073A5100}" type="sibTrans" cxnId="{255B78B2-B489-4793-810A-306E3847A025}">
      <dgm:prSet/>
      <dgm:spPr/>
      <dgm:t>
        <a:bodyPr/>
        <a:lstStyle/>
        <a:p>
          <a:endParaRPr lang="en-AU"/>
        </a:p>
      </dgm:t>
    </dgm:pt>
    <dgm:pt modelId="{BC29126A-7E7A-40B8-AFED-3C6C207CE16E}">
      <dgm:prSet/>
      <dgm:spPr/>
      <dgm:t>
        <a:bodyPr/>
        <a:lstStyle/>
        <a:p>
          <a:pPr>
            <a:buFont typeface="Arial" panose="020B0604020202020204" pitchFamily="34" charset="0"/>
            <a:buChar char="•"/>
          </a:pPr>
          <a:r>
            <a:rPr lang="en-US" b="1" i="0"/>
            <a:t>Fair Work Compliance Checks</a:t>
          </a:r>
          <a:r>
            <a:rPr lang="en-US" b="0" i="0"/>
            <a:t>: Pay rates, entitlements, NES compliance</a:t>
          </a:r>
        </a:p>
      </dgm:t>
    </dgm:pt>
    <dgm:pt modelId="{2C2257A8-CC05-43E8-BE7D-AA2CB94125A7}" type="parTrans" cxnId="{0519B884-09F5-4BEA-B27B-C9F5C196935E}">
      <dgm:prSet/>
      <dgm:spPr/>
      <dgm:t>
        <a:bodyPr/>
        <a:lstStyle/>
        <a:p>
          <a:endParaRPr lang="en-AU"/>
        </a:p>
      </dgm:t>
    </dgm:pt>
    <dgm:pt modelId="{64306E22-DB95-4E2B-B1CE-F2AAEE8EF4EC}" type="sibTrans" cxnId="{0519B884-09F5-4BEA-B27B-C9F5C196935E}">
      <dgm:prSet/>
      <dgm:spPr/>
      <dgm:t>
        <a:bodyPr/>
        <a:lstStyle/>
        <a:p>
          <a:endParaRPr lang="en-AU"/>
        </a:p>
      </dgm:t>
    </dgm:pt>
    <dgm:pt modelId="{EAC8A7B6-04C3-4020-8FF2-A6E5DB6F65F4}">
      <dgm:prSet/>
      <dgm:spPr/>
      <dgm:t>
        <a:bodyPr/>
        <a:lstStyle/>
        <a:p>
          <a:pPr>
            <a:buFont typeface="Arial" panose="020B0604020202020204" pitchFamily="34" charset="0"/>
            <a:buChar char="•"/>
          </a:pPr>
          <a:r>
            <a:rPr lang="en-US" b="1" i="0"/>
            <a:t>Audit Trails</a:t>
          </a:r>
          <a:r>
            <a:rPr lang="en-US" b="0" i="0"/>
            <a:t>: For all payroll actions and corrections</a:t>
          </a:r>
        </a:p>
      </dgm:t>
    </dgm:pt>
    <dgm:pt modelId="{264ABD1B-73EE-497C-867D-E8121F3F3EC7}" type="parTrans" cxnId="{77F1CE31-127E-43B9-9E30-C61F38785BDB}">
      <dgm:prSet/>
      <dgm:spPr/>
      <dgm:t>
        <a:bodyPr/>
        <a:lstStyle/>
        <a:p>
          <a:endParaRPr lang="en-AU"/>
        </a:p>
      </dgm:t>
    </dgm:pt>
    <dgm:pt modelId="{7D60DBB2-FEA2-4BFC-AE69-9E74EF4D5AE1}" type="sibTrans" cxnId="{77F1CE31-127E-43B9-9E30-C61F38785BDB}">
      <dgm:prSet/>
      <dgm:spPr/>
      <dgm:t>
        <a:bodyPr/>
        <a:lstStyle/>
        <a:p>
          <a:endParaRPr lang="en-AU"/>
        </a:p>
      </dgm:t>
    </dgm:pt>
    <dgm:pt modelId="{E1DEC199-BFCA-4084-B40D-D33C5CBA05BD}">
      <dgm:prSet/>
      <dgm:spPr/>
      <dgm:t>
        <a:bodyPr/>
        <a:lstStyle/>
        <a:p>
          <a:pPr>
            <a:buFont typeface="Arial" panose="020B0604020202020204" pitchFamily="34" charset="0"/>
            <a:buChar char="•"/>
          </a:pPr>
          <a:r>
            <a:rPr lang="en-US" b="1" i="0"/>
            <a:t>Data Security &amp; Privacy</a:t>
          </a:r>
          <a:r>
            <a:rPr lang="en-US" b="0" i="0"/>
            <a:t>: Aligned with Australian Privacy Principles (APPs)</a:t>
          </a:r>
        </a:p>
      </dgm:t>
    </dgm:pt>
    <dgm:pt modelId="{BDF3D76C-2813-482A-B88B-3FA92038C191}" type="parTrans" cxnId="{4AC80F8B-5AE4-46AD-95BC-657C49AE8C88}">
      <dgm:prSet/>
      <dgm:spPr/>
      <dgm:t>
        <a:bodyPr/>
        <a:lstStyle/>
        <a:p>
          <a:endParaRPr lang="en-AU"/>
        </a:p>
      </dgm:t>
    </dgm:pt>
    <dgm:pt modelId="{EEFF4C27-DD9D-40CD-BE2E-B382E9DFB27F}" type="sibTrans" cxnId="{4AC80F8B-5AE4-46AD-95BC-657C49AE8C88}">
      <dgm:prSet/>
      <dgm:spPr/>
      <dgm:t>
        <a:bodyPr/>
        <a:lstStyle/>
        <a:p>
          <a:endParaRPr lang="en-AU"/>
        </a:p>
      </dgm:t>
    </dgm:pt>
    <dgm:pt modelId="{F3E54FCF-2936-4A36-B338-11A2FF1F2475}">
      <dgm:prSet/>
      <dgm:spPr/>
      <dgm:t>
        <a:bodyPr/>
        <a:lstStyle/>
        <a:p>
          <a:pPr>
            <a:buFont typeface="Arial" panose="020B0604020202020204" pitchFamily="34" charset="0"/>
            <a:buChar char="•"/>
          </a:pPr>
          <a:r>
            <a:rPr lang="en-US" b="1" i="0"/>
            <a:t>Payroll System</a:t>
          </a:r>
          <a:r>
            <a:rPr lang="en-US" b="0" i="0"/>
            <a:t>: Workday</a:t>
          </a:r>
          <a:endParaRPr lang="en-AU"/>
        </a:p>
      </dgm:t>
    </dgm:pt>
    <dgm:pt modelId="{2FE1A9A7-C998-4DEB-87BA-D277104438E9}" type="parTrans" cxnId="{8FDA20B7-48A6-416B-947A-83992931F9F9}">
      <dgm:prSet/>
      <dgm:spPr/>
      <dgm:t>
        <a:bodyPr/>
        <a:lstStyle/>
        <a:p>
          <a:endParaRPr lang="en-AU"/>
        </a:p>
      </dgm:t>
    </dgm:pt>
    <dgm:pt modelId="{6F0FAD62-C7B9-41EE-8D3D-8763DE147078}" type="sibTrans" cxnId="{8FDA20B7-48A6-416B-947A-83992931F9F9}">
      <dgm:prSet/>
      <dgm:spPr/>
      <dgm:t>
        <a:bodyPr/>
        <a:lstStyle/>
        <a:p>
          <a:endParaRPr lang="en-AU"/>
        </a:p>
      </dgm:t>
    </dgm:pt>
    <dgm:pt modelId="{AEDD08E7-1375-4D3C-87C3-7FA9F6A97774}">
      <dgm:prSet/>
      <dgm:spPr/>
      <dgm:t>
        <a:bodyPr/>
        <a:lstStyle/>
        <a:p>
          <a:pPr>
            <a:buFont typeface="Arial" panose="020B0604020202020204" pitchFamily="34" charset="0"/>
            <a:buChar char="•"/>
          </a:pPr>
          <a:r>
            <a:rPr lang="en-US" b="1" i="0"/>
            <a:t>Knowledge Base &amp; SOPs</a:t>
          </a:r>
          <a:r>
            <a:rPr lang="en-US" b="0" i="0"/>
            <a:t>: For standardised and auditable processes</a:t>
          </a:r>
        </a:p>
      </dgm:t>
    </dgm:pt>
    <dgm:pt modelId="{84474D53-8D71-4391-AA7A-C7DD8D07CC7B}" type="parTrans" cxnId="{A9AD4347-1D92-407F-8C80-3EFAC1B891A3}">
      <dgm:prSet/>
      <dgm:spPr/>
      <dgm:t>
        <a:bodyPr/>
        <a:lstStyle/>
        <a:p>
          <a:endParaRPr lang="en-AU"/>
        </a:p>
      </dgm:t>
    </dgm:pt>
    <dgm:pt modelId="{0E22B064-7610-4758-A19B-5A5AF81FAF45}" type="sibTrans" cxnId="{A9AD4347-1D92-407F-8C80-3EFAC1B891A3}">
      <dgm:prSet/>
      <dgm:spPr/>
      <dgm:t>
        <a:bodyPr/>
        <a:lstStyle/>
        <a:p>
          <a:endParaRPr lang="en-AU"/>
        </a:p>
      </dgm:t>
    </dgm:pt>
    <dgm:pt modelId="{5DE33F92-1272-4933-8D22-A4B7F970FFDE}">
      <dgm:prSet/>
      <dgm:spPr/>
      <dgm:t>
        <a:bodyPr/>
        <a:lstStyle/>
        <a:p>
          <a:pPr>
            <a:buFont typeface="Arial" panose="020B0604020202020204" pitchFamily="34" charset="0"/>
            <a:buChar char="•"/>
          </a:pPr>
          <a:r>
            <a:rPr lang="en-US" b="1" i="0"/>
            <a:t>Ticketing System</a:t>
          </a:r>
          <a:r>
            <a:rPr lang="en-US" b="0" i="0"/>
            <a:t>: For support and tracking (e.g., Jira, ServiceNow)</a:t>
          </a:r>
        </a:p>
      </dgm:t>
    </dgm:pt>
    <dgm:pt modelId="{6D172F51-7BEE-4660-B21F-35F32AC7FF31}" type="parTrans" cxnId="{883025C0-4E67-4C51-A2D1-FB5FB66B0BEB}">
      <dgm:prSet/>
      <dgm:spPr/>
      <dgm:t>
        <a:bodyPr/>
        <a:lstStyle/>
        <a:p>
          <a:endParaRPr lang="en-AU"/>
        </a:p>
      </dgm:t>
    </dgm:pt>
    <dgm:pt modelId="{46BF9290-EEE4-473F-B430-FAFBC1D34B98}" type="sibTrans" cxnId="{883025C0-4E67-4C51-A2D1-FB5FB66B0BEB}">
      <dgm:prSet/>
      <dgm:spPr/>
      <dgm:t>
        <a:bodyPr/>
        <a:lstStyle/>
        <a:p>
          <a:endParaRPr lang="en-AU"/>
        </a:p>
      </dgm:t>
    </dgm:pt>
    <dgm:pt modelId="{DFC5BEF8-49E9-499F-AC21-82876351B151}">
      <dgm:prSet/>
      <dgm:spPr/>
      <dgm:t>
        <a:bodyPr/>
        <a:lstStyle/>
        <a:p>
          <a:pPr>
            <a:buFont typeface="Arial" panose="020B0604020202020204" pitchFamily="34" charset="0"/>
            <a:buChar char="•"/>
          </a:pPr>
          <a:r>
            <a:rPr lang="en-US" b="1" i="0"/>
            <a:t>Integration Support</a:t>
          </a:r>
          <a:r>
            <a:rPr lang="en-US" b="0" i="0"/>
            <a:t>: Middleware monitoring &amp; data flow validation</a:t>
          </a:r>
        </a:p>
      </dgm:t>
    </dgm:pt>
    <dgm:pt modelId="{95C37197-C18A-4192-A7B1-4FA077AC4B97}" type="parTrans" cxnId="{B8E54D33-A61F-4F78-91B8-563E8EF08281}">
      <dgm:prSet/>
      <dgm:spPr/>
      <dgm:t>
        <a:bodyPr/>
        <a:lstStyle/>
        <a:p>
          <a:endParaRPr lang="en-AU"/>
        </a:p>
      </dgm:t>
    </dgm:pt>
    <dgm:pt modelId="{C4067964-FF88-4CF3-97A7-98489F99341B}" type="sibTrans" cxnId="{B8E54D33-A61F-4F78-91B8-563E8EF08281}">
      <dgm:prSet/>
      <dgm:spPr/>
      <dgm:t>
        <a:bodyPr/>
        <a:lstStyle/>
        <a:p>
          <a:endParaRPr lang="en-AU"/>
        </a:p>
      </dgm:t>
    </dgm:pt>
    <dgm:pt modelId="{C43B95A1-55A3-4FF6-AC7D-C572D1C06DAB}">
      <dgm:prSet/>
      <dgm:spPr/>
      <dgm:t>
        <a:bodyPr/>
        <a:lstStyle/>
        <a:p>
          <a:pPr>
            <a:buFont typeface="Arial" panose="020B0604020202020204" pitchFamily="34" charset="0"/>
            <a:buChar char="•"/>
          </a:pPr>
          <a:r>
            <a:rPr lang="en-AU" b="1" i="0"/>
            <a:t>Helpdesk Support</a:t>
          </a:r>
          <a:r>
            <a:rPr lang="en-AU" b="0" i="0"/>
            <a:t>: Tier 1 (queries), Tier 2 (exception handling)</a:t>
          </a:r>
          <a:endParaRPr lang="en-US" b="0" i="0"/>
        </a:p>
      </dgm:t>
    </dgm:pt>
    <dgm:pt modelId="{EED3B12F-0D1E-49A4-BE8C-4AC72CC6B39C}" type="parTrans" cxnId="{49BB064E-DB8E-4780-AE0E-CCA013E8637F}">
      <dgm:prSet/>
      <dgm:spPr/>
      <dgm:t>
        <a:bodyPr/>
        <a:lstStyle/>
        <a:p>
          <a:endParaRPr lang="en-AU"/>
        </a:p>
      </dgm:t>
    </dgm:pt>
    <dgm:pt modelId="{8FFF7ABA-0B57-4229-8897-23EBBA5A98D2}" type="sibTrans" cxnId="{49BB064E-DB8E-4780-AE0E-CCA013E8637F}">
      <dgm:prSet/>
      <dgm:spPr/>
      <dgm:t>
        <a:bodyPr/>
        <a:lstStyle/>
        <a:p>
          <a:endParaRPr lang="en-AU"/>
        </a:p>
      </dgm:t>
    </dgm:pt>
    <dgm:pt modelId="{18BEBCCF-18EB-433D-AE30-91C9CC06AAFD}">
      <dgm:prSet/>
      <dgm:spPr/>
      <dgm:t>
        <a:bodyPr/>
        <a:lstStyle/>
        <a:p>
          <a:pPr>
            <a:buFont typeface="Arial" panose="020B0604020202020204" pitchFamily="34" charset="0"/>
            <a:buChar char="•"/>
          </a:pPr>
          <a:r>
            <a:rPr lang="en-US" b="1" i="0"/>
            <a:t>Integration Managed Services</a:t>
          </a:r>
          <a:r>
            <a:rPr lang="en-US" b="0" i="0"/>
            <a:t>: Support for interfaces with HR, finance, banking, ATO, super funds</a:t>
          </a:r>
        </a:p>
      </dgm:t>
    </dgm:pt>
    <dgm:pt modelId="{D2A8F9F7-63DB-4892-87CF-86235D05EA86}" type="parTrans" cxnId="{A243EB1E-8B6F-4D86-8583-24D2330732B0}">
      <dgm:prSet/>
      <dgm:spPr/>
      <dgm:t>
        <a:bodyPr/>
        <a:lstStyle/>
        <a:p>
          <a:endParaRPr lang="en-AU"/>
        </a:p>
      </dgm:t>
    </dgm:pt>
    <dgm:pt modelId="{6CD6CEFA-0150-4523-9991-53B0B611BCEE}" type="sibTrans" cxnId="{A243EB1E-8B6F-4D86-8583-24D2330732B0}">
      <dgm:prSet/>
      <dgm:spPr/>
      <dgm:t>
        <a:bodyPr/>
        <a:lstStyle/>
        <a:p>
          <a:endParaRPr lang="en-AU"/>
        </a:p>
      </dgm:t>
    </dgm:pt>
    <dgm:pt modelId="{32C10098-B62B-4E6F-9588-388E9F3F6E05}">
      <dgm:prSet/>
      <dgm:spPr/>
      <dgm:t>
        <a:bodyPr/>
        <a:lstStyle/>
        <a:p>
          <a:pPr>
            <a:buFont typeface="Arial" panose="020B0604020202020204" pitchFamily="34" charset="0"/>
            <a:buChar char="•"/>
          </a:pPr>
          <a:r>
            <a:rPr lang="en-AU" b="1" i="0"/>
            <a:t>Continuous Improvement</a:t>
          </a:r>
          <a:r>
            <a:rPr lang="en-AU" b="0" i="0"/>
            <a:t>: Automation, process enhancements, legislative updates</a:t>
          </a:r>
          <a:endParaRPr lang="en-US" b="0" i="0"/>
        </a:p>
      </dgm:t>
    </dgm:pt>
    <dgm:pt modelId="{7F9FB862-2041-4A2B-8B25-1662C7DF5996}" type="parTrans" cxnId="{F1B8AE8F-ADE6-4F24-A9D2-0D336FAA3FA2}">
      <dgm:prSet/>
      <dgm:spPr/>
      <dgm:t>
        <a:bodyPr/>
        <a:lstStyle/>
        <a:p>
          <a:endParaRPr lang="en-AU"/>
        </a:p>
      </dgm:t>
    </dgm:pt>
    <dgm:pt modelId="{07619B0B-38B5-4347-BAC6-C1B646D65E42}" type="sibTrans" cxnId="{F1B8AE8F-ADE6-4F24-A9D2-0D336FAA3FA2}">
      <dgm:prSet/>
      <dgm:spPr/>
      <dgm:t>
        <a:bodyPr/>
        <a:lstStyle/>
        <a:p>
          <a:endParaRPr lang="en-AU"/>
        </a:p>
      </dgm:t>
    </dgm:pt>
    <dgm:pt modelId="{DD7F83C1-EC91-4443-AAE1-43EEDDE871F0}" type="pres">
      <dgm:prSet presAssocID="{10E352A0-E93A-4B07-80F7-AA44C0AB3A1D}" presName="Name0" presStyleCnt="0">
        <dgm:presLayoutVars>
          <dgm:dir/>
          <dgm:animLvl val="lvl"/>
          <dgm:resizeHandles val="exact"/>
        </dgm:presLayoutVars>
      </dgm:prSet>
      <dgm:spPr/>
    </dgm:pt>
    <dgm:pt modelId="{FCCF3C2E-62EA-4346-8B47-2AF1253EEE93}" type="pres">
      <dgm:prSet presAssocID="{D7784D81-6921-4879-9FDF-49E919F4C01F}" presName="composite" presStyleCnt="0"/>
      <dgm:spPr/>
    </dgm:pt>
    <dgm:pt modelId="{48E7F5C7-253B-4FA4-A5BE-36592AF98BC3}" type="pres">
      <dgm:prSet presAssocID="{D7784D81-6921-4879-9FDF-49E919F4C01F}" presName="parTx" presStyleLbl="alignNode1" presStyleIdx="0" presStyleCnt="6">
        <dgm:presLayoutVars>
          <dgm:chMax val="0"/>
          <dgm:chPref val="0"/>
          <dgm:bulletEnabled val="1"/>
        </dgm:presLayoutVars>
      </dgm:prSet>
      <dgm:spPr/>
    </dgm:pt>
    <dgm:pt modelId="{8E9E018C-E081-431F-B2C0-B099AE2A82DF}" type="pres">
      <dgm:prSet presAssocID="{D7784D81-6921-4879-9FDF-49E919F4C01F}" presName="desTx" presStyleLbl="alignAccFollowNode1" presStyleIdx="0" presStyleCnt="6">
        <dgm:presLayoutVars>
          <dgm:bulletEnabled val="1"/>
        </dgm:presLayoutVars>
      </dgm:prSet>
      <dgm:spPr/>
    </dgm:pt>
    <dgm:pt modelId="{8A24D269-0E6C-47E7-9B34-4AC41E46753B}" type="pres">
      <dgm:prSet presAssocID="{72CB57DC-AEED-4829-BE46-8E7D714DE99B}" presName="space" presStyleCnt="0"/>
      <dgm:spPr/>
    </dgm:pt>
    <dgm:pt modelId="{093D5DD7-F21D-473F-A9E2-9ED442D4C1E2}" type="pres">
      <dgm:prSet presAssocID="{D1E54F69-2B4D-4EFB-AE39-5BF5031A3FE8}" presName="composite" presStyleCnt="0"/>
      <dgm:spPr/>
    </dgm:pt>
    <dgm:pt modelId="{14A143CD-0770-40E2-8369-E7449A88A040}" type="pres">
      <dgm:prSet presAssocID="{D1E54F69-2B4D-4EFB-AE39-5BF5031A3FE8}" presName="parTx" presStyleLbl="alignNode1" presStyleIdx="1" presStyleCnt="6">
        <dgm:presLayoutVars>
          <dgm:chMax val="0"/>
          <dgm:chPref val="0"/>
          <dgm:bulletEnabled val="1"/>
        </dgm:presLayoutVars>
      </dgm:prSet>
      <dgm:spPr/>
    </dgm:pt>
    <dgm:pt modelId="{02714BAA-C4EF-4DF9-91A2-93F9B23C82BD}" type="pres">
      <dgm:prSet presAssocID="{D1E54F69-2B4D-4EFB-AE39-5BF5031A3FE8}" presName="desTx" presStyleLbl="alignAccFollowNode1" presStyleIdx="1" presStyleCnt="6">
        <dgm:presLayoutVars>
          <dgm:bulletEnabled val="1"/>
        </dgm:presLayoutVars>
      </dgm:prSet>
      <dgm:spPr/>
    </dgm:pt>
    <dgm:pt modelId="{A62A9ABB-6A50-4589-8DDF-275B971F65A2}" type="pres">
      <dgm:prSet presAssocID="{4841AD0C-0B16-472A-A257-A62DE9E6CA44}" presName="space" presStyleCnt="0"/>
      <dgm:spPr/>
    </dgm:pt>
    <dgm:pt modelId="{69480C08-20F1-479A-8A9F-2CFD107BD6E4}" type="pres">
      <dgm:prSet presAssocID="{A86916D8-8F75-461B-B7D8-DA1E36362666}" presName="composite" presStyleCnt="0"/>
      <dgm:spPr/>
    </dgm:pt>
    <dgm:pt modelId="{6633B486-274D-4EEC-AABC-B8EACA8D7DFC}" type="pres">
      <dgm:prSet presAssocID="{A86916D8-8F75-461B-B7D8-DA1E36362666}" presName="parTx" presStyleLbl="alignNode1" presStyleIdx="2" presStyleCnt="6">
        <dgm:presLayoutVars>
          <dgm:chMax val="0"/>
          <dgm:chPref val="0"/>
          <dgm:bulletEnabled val="1"/>
        </dgm:presLayoutVars>
      </dgm:prSet>
      <dgm:spPr/>
    </dgm:pt>
    <dgm:pt modelId="{494D58E2-BBF3-4B3B-BA47-87BF30E6416D}" type="pres">
      <dgm:prSet presAssocID="{A86916D8-8F75-461B-B7D8-DA1E36362666}" presName="desTx" presStyleLbl="alignAccFollowNode1" presStyleIdx="2" presStyleCnt="6">
        <dgm:presLayoutVars>
          <dgm:bulletEnabled val="1"/>
        </dgm:presLayoutVars>
      </dgm:prSet>
      <dgm:spPr/>
    </dgm:pt>
    <dgm:pt modelId="{119CBEC1-FCF4-4ABB-BC32-C2910F8A43A3}" type="pres">
      <dgm:prSet presAssocID="{86AFEED3-C1F6-4EA5-A6B8-FF4B25D2E074}" presName="space" presStyleCnt="0"/>
      <dgm:spPr/>
    </dgm:pt>
    <dgm:pt modelId="{76DA1D87-FC69-46D9-AE83-44A9A0B10DF5}" type="pres">
      <dgm:prSet presAssocID="{D29881C1-1185-49C8-B36E-742F41AD68D2}" presName="composite" presStyleCnt="0"/>
      <dgm:spPr/>
    </dgm:pt>
    <dgm:pt modelId="{3DCAD9E1-25C3-4B16-8B5F-44ECD6BDC3FC}" type="pres">
      <dgm:prSet presAssocID="{D29881C1-1185-49C8-B36E-742F41AD68D2}" presName="parTx" presStyleLbl="alignNode1" presStyleIdx="3" presStyleCnt="6">
        <dgm:presLayoutVars>
          <dgm:chMax val="0"/>
          <dgm:chPref val="0"/>
          <dgm:bulletEnabled val="1"/>
        </dgm:presLayoutVars>
      </dgm:prSet>
      <dgm:spPr/>
    </dgm:pt>
    <dgm:pt modelId="{4A163A78-541F-4703-87BB-B7B6F543B860}" type="pres">
      <dgm:prSet presAssocID="{D29881C1-1185-49C8-B36E-742F41AD68D2}" presName="desTx" presStyleLbl="alignAccFollowNode1" presStyleIdx="3" presStyleCnt="6">
        <dgm:presLayoutVars>
          <dgm:bulletEnabled val="1"/>
        </dgm:presLayoutVars>
      </dgm:prSet>
      <dgm:spPr/>
    </dgm:pt>
    <dgm:pt modelId="{E69ED8A7-A623-41B9-9ACC-660C95F41850}" type="pres">
      <dgm:prSet presAssocID="{C639BB26-C900-4C11-8C28-D3D8D5179E37}" presName="space" presStyleCnt="0"/>
      <dgm:spPr/>
    </dgm:pt>
    <dgm:pt modelId="{F9F4AB76-FA41-4F4F-8B75-F23529CE91B6}" type="pres">
      <dgm:prSet presAssocID="{75CD5D04-CC50-40AC-B565-46D7CBA86DF4}" presName="composite" presStyleCnt="0"/>
      <dgm:spPr/>
    </dgm:pt>
    <dgm:pt modelId="{54E15D8B-3301-416F-951F-BF3A326B138A}" type="pres">
      <dgm:prSet presAssocID="{75CD5D04-CC50-40AC-B565-46D7CBA86DF4}" presName="parTx" presStyleLbl="alignNode1" presStyleIdx="4" presStyleCnt="6">
        <dgm:presLayoutVars>
          <dgm:chMax val="0"/>
          <dgm:chPref val="0"/>
          <dgm:bulletEnabled val="1"/>
        </dgm:presLayoutVars>
      </dgm:prSet>
      <dgm:spPr/>
    </dgm:pt>
    <dgm:pt modelId="{BBF6DC0A-1B48-4836-ACEA-7A3B45E160F1}" type="pres">
      <dgm:prSet presAssocID="{75CD5D04-CC50-40AC-B565-46D7CBA86DF4}" presName="desTx" presStyleLbl="alignAccFollowNode1" presStyleIdx="4" presStyleCnt="6">
        <dgm:presLayoutVars>
          <dgm:bulletEnabled val="1"/>
        </dgm:presLayoutVars>
      </dgm:prSet>
      <dgm:spPr/>
    </dgm:pt>
    <dgm:pt modelId="{412A26DA-10AD-4A99-95C0-D437EE0519F3}" type="pres">
      <dgm:prSet presAssocID="{E378AE2C-773C-4C81-85D8-A95687AA8C97}" presName="space" presStyleCnt="0"/>
      <dgm:spPr/>
    </dgm:pt>
    <dgm:pt modelId="{224347C1-3506-4416-BE05-49C13B554A96}" type="pres">
      <dgm:prSet presAssocID="{C8B01E78-1995-4CBC-A348-780657B67B6A}" presName="composite" presStyleCnt="0"/>
      <dgm:spPr/>
    </dgm:pt>
    <dgm:pt modelId="{EBFAC12C-84E2-43CB-9850-50063A1D4200}" type="pres">
      <dgm:prSet presAssocID="{C8B01E78-1995-4CBC-A348-780657B67B6A}" presName="parTx" presStyleLbl="alignNode1" presStyleIdx="5" presStyleCnt="6">
        <dgm:presLayoutVars>
          <dgm:chMax val="0"/>
          <dgm:chPref val="0"/>
          <dgm:bulletEnabled val="1"/>
        </dgm:presLayoutVars>
      </dgm:prSet>
      <dgm:spPr/>
    </dgm:pt>
    <dgm:pt modelId="{5081D621-54F8-4E8A-8EC4-379EEDB9A521}" type="pres">
      <dgm:prSet presAssocID="{C8B01E78-1995-4CBC-A348-780657B67B6A}" presName="desTx" presStyleLbl="alignAccFollowNode1" presStyleIdx="5" presStyleCnt="6">
        <dgm:presLayoutVars>
          <dgm:bulletEnabled val="1"/>
        </dgm:presLayoutVars>
      </dgm:prSet>
      <dgm:spPr/>
    </dgm:pt>
  </dgm:ptLst>
  <dgm:cxnLst>
    <dgm:cxn modelId="{95779B01-186F-4927-BFB0-A4CE7B7A9DCD}" srcId="{A86916D8-8F75-461B-B7D8-DA1E36362666}" destId="{A3BC09CA-78DD-42EF-8DB7-5B8E0B614601}" srcOrd="2" destOrd="0" parTransId="{7207070F-1427-4529-B064-543D8AD723CA}" sibTransId="{31FC108A-173E-4B06-813D-50486EC256F8}"/>
    <dgm:cxn modelId="{C4E7DE03-997A-4313-9044-59307F4296F2}" srcId="{D7784D81-6921-4879-9FDF-49E919F4C01F}" destId="{F75F1F17-D7CA-4FEA-BEC0-843369897812}" srcOrd="1" destOrd="0" parTransId="{A31B887B-372F-49E3-9D5D-849A13FBDFA2}" sibTransId="{3E37E5B8-C4F5-4CE3-BBE6-2C5041486E02}"/>
    <dgm:cxn modelId="{8C7F7C04-358E-4954-B824-9699057328D6}" type="presOf" srcId="{C8B01E78-1995-4CBC-A348-780657B67B6A}" destId="{EBFAC12C-84E2-43CB-9850-50063A1D4200}" srcOrd="0" destOrd="0" presId="urn:microsoft.com/office/officeart/2005/8/layout/hList1"/>
    <dgm:cxn modelId="{08665406-84F3-4DD4-A1C0-BA68A1C6BE35}" srcId="{A86916D8-8F75-461B-B7D8-DA1E36362666}" destId="{268EA321-E466-4C6A-A307-CD781BC0683D}" srcOrd="4" destOrd="0" parTransId="{4F2A2D38-D318-4D05-BFF4-56735D4FF318}" sibTransId="{A5D478F5-A7F3-469F-951F-CD737190F0AD}"/>
    <dgm:cxn modelId="{366A1C08-C349-4856-BC3D-0358C512E928}" srcId="{10E352A0-E93A-4B07-80F7-AA44C0AB3A1D}" destId="{D7784D81-6921-4879-9FDF-49E919F4C01F}" srcOrd="0" destOrd="0" parTransId="{BB456FEC-2752-4491-869D-E4EE1B5250B8}" sibTransId="{72CB57DC-AEED-4829-BE46-8E7D714DE99B}"/>
    <dgm:cxn modelId="{D7F93F08-3B9C-484E-AB13-EE946A7E6F44}" type="presOf" srcId="{A3BC09CA-78DD-42EF-8DB7-5B8E0B614601}" destId="{494D58E2-BBF3-4B3B-BA47-87BF30E6416D}" srcOrd="0" destOrd="2" presId="urn:microsoft.com/office/officeart/2005/8/layout/hList1"/>
    <dgm:cxn modelId="{0A147C08-41E5-4479-AFAC-729DE5A95EB9}" srcId="{D7784D81-6921-4879-9FDF-49E919F4C01F}" destId="{30E206A1-8949-4CD3-AEB5-8372F81E7860}" srcOrd="2" destOrd="0" parTransId="{459A7C51-B8FE-4702-80B6-105EC2E1ECB6}" sibTransId="{622A334F-A39C-4DBF-8E99-029016632BCB}"/>
    <dgm:cxn modelId="{56E57E0B-DFF0-4387-B428-D21F09F40659}" type="presOf" srcId="{D0312CC6-9039-48DB-B9FD-F1889F71D7A2}" destId="{4A163A78-541F-4703-87BB-B7B6F543B860}" srcOrd="0" destOrd="2" presId="urn:microsoft.com/office/officeart/2005/8/layout/hList1"/>
    <dgm:cxn modelId="{BC143B0D-EC11-4883-A44F-BA181930C460}" type="presOf" srcId="{7A056D54-5C07-4B9E-8C1A-A670665813FD}" destId="{494D58E2-BBF3-4B3B-BA47-87BF30E6416D}" srcOrd="0" destOrd="0" presId="urn:microsoft.com/office/officeart/2005/8/layout/hList1"/>
    <dgm:cxn modelId="{FA527512-8823-4B0D-96B1-5C5050A800B6}" type="presOf" srcId="{30E206A1-8949-4CD3-AEB5-8372F81E7860}" destId="{8E9E018C-E081-431F-B2C0-B099AE2A82DF}" srcOrd="0" destOrd="2" presId="urn:microsoft.com/office/officeart/2005/8/layout/hList1"/>
    <dgm:cxn modelId="{9E5A7A16-4C4C-4EE8-BA54-16543A3AE9D1}" srcId="{A86916D8-8F75-461B-B7D8-DA1E36362666}" destId="{A9FFD758-16D8-4DFB-9C27-FBBB178E132E}" srcOrd="3" destOrd="0" parTransId="{22E437D6-1D00-44C4-9C80-10BC9DC275B3}" sibTransId="{E5857F16-DC35-4B92-922E-9044F425A569}"/>
    <dgm:cxn modelId="{4092EA1A-2541-435B-931E-B104E85FF91A}" srcId="{10E352A0-E93A-4B07-80F7-AA44C0AB3A1D}" destId="{D1E54F69-2B4D-4EFB-AE39-5BF5031A3FE8}" srcOrd="1" destOrd="0" parTransId="{5DE7B5A7-4C49-4389-8B4D-F90A3F851B3D}" sibTransId="{4841AD0C-0B16-472A-A257-A62DE9E6CA44}"/>
    <dgm:cxn modelId="{19CFC31B-B685-4609-98C5-9E5C5D3356D2}" srcId="{D7784D81-6921-4879-9FDF-49E919F4C01F}" destId="{AE03CD09-8DE5-4438-BD29-D89C804B40F7}" srcOrd="4" destOrd="0" parTransId="{EE58EDC8-C10F-49CA-8029-B228BE1DACFD}" sibTransId="{840A8C77-A5BF-479E-AC27-1D738184E004}"/>
    <dgm:cxn modelId="{47ED111E-25D3-4A42-937E-C204E707EBF1}" srcId="{A86916D8-8F75-461B-B7D8-DA1E36362666}" destId="{2DD569B2-9E47-41D1-8E02-90FF51B66673}" srcOrd="1" destOrd="0" parTransId="{7C212F54-4281-464C-8419-70402BF043D0}" sibTransId="{967FC9CF-2D50-463D-80C3-E301309AD20D}"/>
    <dgm:cxn modelId="{A243EB1E-8B6F-4D86-8583-24D2330732B0}" srcId="{D1E54F69-2B4D-4EFB-AE39-5BF5031A3FE8}" destId="{18BEBCCF-18EB-433D-AE30-91C9CC06AAFD}" srcOrd="2" destOrd="0" parTransId="{D2A8F9F7-63DB-4892-87CF-86235D05EA86}" sibTransId="{6CD6CEFA-0150-4523-9991-53B0B611BCEE}"/>
    <dgm:cxn modelId="{E5D4AD1F-FDD4-40E6-95DF-BF79D47647AA}" type="presOf" srcId="{DFC5BEF8-49E9-499F-AC21-82876351B151}" destId="{5081D621-54F8-4E8A-8EC4-379EEDB9A521}" srcOrd="0" destOrd="3" presId="urn:microsoft.com/office/officeart/2005/8/layout/hList1"/>
    <dgm:cxn modelId="{51A20A20-0BFC-4F4F-A7E1-3C45CFD55818}" type="presOf" srcId="{7C1EBA76-9C72-4A6C-B826-0B9244A6EF21}" destId="{02714BAA-C4EF-4DF9-91A2-93F9B23C82BD}" srcOrd="0" destOrd="1" presId="urn:microsoft.com/office/officeart/2005/8/layout/hList1"/>
    <dgm:cxn modelId="{DDB6F523-B3EA-40F3-B569-2BDBABC582BE}" srcId="{A86916D8-8F75-461B-B7D8-DA1E36362666}" destId="{7A056D54-5C07-4B9E-8C1A-A670665813FD}" srcOrd="0" destOrd="0" parTransId="{A7EEF513-5368-40B1-AD73-9729E36AB704}" sibTransId="{28F74938-0370-41BD-89B1-AEC83C521322}"/>
    <dgm:cxn modelId="{46A51625-58DF-4FB6-B77C-4D3717FB1D32}" srcId="{D29881C1-1185-49C8-B36E-742F41AD68D2}" destId="{109E51E2-C8D0-4D8C-91BC-CBE3C807F00B}" srcOrd="3" destOrd="0" parTransId="{C3C526E7-57D2-42AF-B013-C3CF9214A521}" sibTransId="{F4D756A2-6A01-46E2-B724-FAF08C0BDD92}"/>
    <dgm:cxn modelId="{3747002C-5743-4841-BCBB-03D392596BF7}" type="presOf" srcId="{A86916D8-8F75-461B-B7D8-DA1E36362666}" destId="{6633B486-274D-4EEC-AABC-B8EACA8D7DFC}" srcOrd="0" destOrd="0" presId="urn:microsoft.com/office/officeart/2005/8/layout/hList1"/>
    <dgm:cxn modelId="{A3B31C2E-2A2A-46B7-A12C-B55BF5E37F18}" type="presOf" srcId="{D29881C1-1185-49C8-B36E-742F41AD68D2}" destId="{3DCAD9E1-25C3-4B16-8B5F-44ECD6BDC3FC}" srcOrd="0" destOrd="0" presId="urn:microsoft.com/office/officeart/2005/8/layout/hList1"/>
    <dgm:cxn modelId="{38B5542F-3E83-446F-AD26-3F3EF1CD9832}" srcId="{D29881C1-1185-49C8-B36E-742F41AD68D2}" destId="{D0312CC6-9039-48DB-B9FD-F1889F71D7A2}" srcOrd="2" destOrd="0" parTransId="{A79F802B-BE52-423E-BFEB-37BAC9D070E3}" sibTransId="{E1A91A47-BDEA-4F38-BB3E-640F67DF9C76}"/>
    <dgm:cxn modelId="{77F1CE31-127E-43B9-9E30-C61F38785BDB}" srcId="{75CD5D04-CC50-40AC-B565-46D7CBA86DF4}" destId="{EAC8A7B6-04C3-4020-8FF2-A6E5DB6F65F4}" srcOrd="3" destOrd="0" parTransId="{264ABD1B-73EE-497C-867D-E8121F3F3EC7}" sibTransId="{7D60DBB2-FEA2-4BFC-AE69-9E74EF4D5AE1}"/>
    <dgm:cxn modelId="{B8E54D33-A61F-4F78-91B8-563E8EF08281}" srcId="{C8B01E78-1995-4CBC-A348-780657B67B6A}" destId="{DFC5BEF8-49E9-499F-AC21-82876351B151}" srcOrd="3" destOrd="0" parTransId="{95C37197-C18A-4192-A7B1-4FA077AC4B97}" sibTransId="{C4067964-FF88-4CF3-97A7-98489F99341B}"/>
    <dgm:cxn modelId="{D7C4E53B-F616-4669-A508-93BFDAC944B9}" type="presOf" srcId="{109E51E2-C8D0-4D8C-91BC-CBE3C807F00B}" destId="{4A163A78-541F-4703-87BB-B7B6F543B860}" srcOrd="0" destOrd="3" presId="urn:microsoft.com/office/officeart/2005/8/layout/hList1"/>
    <dgm:cxn modelId="{1B42EF5D-0DD4-4948-B3BB-8162D57117CB}" type="presOf" srcId="{D1E54F69-2B4D-4EFB-AE39-5BF5031A3FE8}" destId="{14A143CD-0770-40E2-8369-E7449A88A040}" srcOrd="0" destOrd="0" presId="urn:microsoft.com/office/officeart/2005/8/layout/hList1"/>
    <dgm:cxn modelId="{5114245E-A22A-47EE-9D74-2BD581D25A68}" type="presOf" srcId="{18BEBCCF-18EB-433D-AE30-91C9CC06AAFD}" destId="{02714BAA-C4EF-4DF9-91A2-93F9B23C82BD}" srcOrd="0" destOrd="2" presId="urn:microsoft.com/office/officeart/2005/8/layout/hList1"/>
    <dgm:cxn modelId="{307D8843-0C42-4B96-B9B3-5FB0A6CF0875}" type="presOf" srcId="{A9FFD758-16D8-4DFB-9C27-FBBB178E132E}" destId="{494D58E2-BBF3-4B3B-BA47-87BF30E6416D}" srcOrd="0" destOrd="3" presId="urn:microsoft.com/office/officeart/2005/8/layout/hList1"/>
    <dgm:cxn modelId="{A9AD4347-1D92-407F-8C80-3EFAC1B891A3}" srcId="{C8B01E78-1995-4CBC-A348-780657B67B6A}" destId="{AEDD08E7-1375-4D3C-87C3-7FA9F6A97774}" srcOrd="1" destOrd="0" parTransId="{84474D53-8D71-4391-AA7A-C7DD8D07CC7B}" sibTransId="{0E22B064-7610-4758-A19B-5A5AF81FAF45}"/>
    <dgm:cxn modelId="{5EFDC368-E2D0-49E6-A746-F23ED5C56371}" srcId="{D1E54F69-2B4D-4EFB-AE39-5BF5031A3FE8}" destId="{0FC556C1-F13F-41DF-8CF5-35985D7DEA19}" srcOrd="0" destOrd="0" parTransId="{04F24F38-128E-4481-A4E5-0A359AFCD7E0}" sibTransId="{4B4EF09E-0CC5-48CB-897C-D597931CDEAE}"/>
    <dgm:cxn modelId="{D1E22249-E60B-41B5-9519-FC5275F9E228}" type="presOf" srcId="{D7784D81-6921-4879-9FDF-49E919F4C01F}" destId="{48E7F5C7-253B-4FA4-A5BE-36592AF98BC3}" srcOrd="0" destOrd="0" presId="urn:microsoft.com/office/officeart/2005/8/layout/hList1"/>
    <dgm:cxn modelId="{0682C44A-E403-4C13-B828-E2DECECD201C}" type="presOf" srcId="{F75F1F17-D7CA-4FEA-BEC0-843369897812}" destId="{8E9E018C-E081-431F-B2C0-B099AE2A82DF}" srcOrd="0" destOrd="1" presId="urn:microsoft.com/office/officeart/2005/8/layout/hList1"/>
    <dgm:cxn modelId="{190BBA6B-72C6-40FD-B981-7645FCAE1953}" type="presOf" srcId="{32C10098-B62B-4E6F-9588-388E9F3F6E05}" destId="{5081D621-54F8-4E8A-8EC4-379EEDB9A521}" srcOrd="0" destOrd="4" presId="urn:microsoft.com/office/officeart/2005/8/layout/hList1"/>
    <dgm:cxn modelId="{479CC24C-49E9-4B71-BCCB-125EE122A37C}" type="presOf" srcId="{E1DEC199-BFCA-4084-B40D-D33C5CBA05BD}" destId="{BBF6DC0A-1B48-4836-ACEA-7A3B45E160F1}" srcOrd="0" destOrd="4" presId="urn:microsoft.com/office/officeart/2005/8/layout/hList1"/>
    <dgm:cxn modelId="{49BB064E-DB8E-4780-AE0E-CCA013E8637F}" srcId="{D1E54F69-2B4D-4EFB-AE39-5BF5031A3FE8}" destId="{C43B95A1-55A3-4FF6-AC7D-C572D1C06DAB}" srcOrd="3" destOrd="0" parTransId="{EED3B12F-0D1E-49A4-BE8C-4AC72CC6B39C}" sibTransId="{8FFF7ABA-0B57-4229-8897-23EBBA5A98D2}"/>
    <dgm:cxn modelId="{AFE69B4E-FF8F-442B-888D-08CE0547493E}" srcId="{D29881C1-1185-49C8-B36E-742F41AD68D2}" destId="{03B9026B-9B33-4437-B434-B89FF19515E4}" srcOrd="4" destOrd="0" parTransId="{99D89212-ADFA-4732-94D4-040F536D7162}" sibTransId="{DD90206E-A287-4E00-AAD4-0BB665B989D9}"/>
    <dgm:cxn modelId="{9C364151-107D-414E-B8A5-013C11D3F06D}" type="presOf" srcId="{FDEA3C92-8858-4FF9-B795-F9CDD308FD68}" destId="{4A163A78-541F-4703-87BB-B7B6F543B860}" srcOrd="0" destOrd="1" presId="urn:microsoft.com/office/officeart/2005/8/layout/hList1"/>
    <dgm:cxn modelId="{B17CC274-A6B6-4048-933E-6528DF4E951E}" type="presOf" srcId="{F3E54FCF-2936-4A36-B338-11A2FF1F2475}" destId="{5081D621-54F8-4E8A-8EC4-379EEDB9A521}" srcOrd="0" destOrd="0" presId="urn:microsoft.com/office/officeart/2005/8/layout/hList1"/>
    <dgm:cxn modelId="{A5AB3B82-2974-48D4-AC35-A630C61FEFFD}" type="presOf" srcId="{EAC8A7B6-04C3-4020-8FF2-A6E5DB6F65F4}" destId="{BBF6DC0A-1B48-4836-ACEA-7A3B45E160F1}" srcOrd="0" destOrd="3" presId="urn:microsoft.com/office/officeart/2005/8/layout/hList1"/>
    <dgm:cxn modelId="{0519B884-09F5-4BEA-B27B-C9F5C196935E}" srcId="{75CD5D04-CC50-40AC-B565-46D7CBA86DF4}" destId="{BC29126A-7E7A-40B8-AFED-3C6C207CE16E}" srcOrd="2" destOrd="0" parTransId="{2C2257A8-CC05-43E8-BE7D-AA2CB94125A7}" sibTransId="{64306E22-DB95-4E2B-B1CE-F2AAEE8EF4EC}"/>
    <dgm:cxn modelId="{401D6387-F9CB-4C8F-AF56-7DAFE851B1F6}" type="presOf" srcId="{0FC556C1-F13F-41DF-8CF5-35985D7DEA19}" destId="{02714BAA-C4EF-4DF9-91A2-93F9B23C82BD}" srcOrd="0" destOrd="0" presId="urn:microsoft.com/office/officeart/2005/8/layout/hList1"/>
    <dgm:cxn modelId="{8EBD028B-CB7B-46E6-B307-BF49BE8939C1}" type="presOf" srcId="{BC29126A-7E7A-40B8-AFED-3C6C207CE16E}" destId="{BBF6DC0A-1B48-4836-ACEA-7A3B45E160F1}" srcOrd="0" destOrd="2" presId="urn:microsoft.com/office/officeart/2005/8/layout/hList1"/>
    <dgm:cxn modelId="{4AC80F8B-5AE4-46AD-95BC-657C49AE8C88}" srcId="{75CD5D04-CC50-40AC-B565-46D7CBA86DF4}" destId="{E1DEC199-BFCA-4084-B40D-D33C5CBA05BD}" srcOrd="4" destOrd="0" parTransId="{BDF3D76C-2813-482A-B88B-3FA92038C191}" sibTransId="{EEFF4C27-DD9D-40CD-BE2E-B382E9DFB27F}"/>
    <dgm:cxn modelId="{F1B8AE8F-ADE6-4F24-A9D2-0D336FAA3FA2}" srcId="{C8B01E78-1995-4CBC-A348-780657B67B6A}" destId="{32C10098-B62B-4E6F-9588-388E9F3F6E05}" srcOrd="4" destOrd="0" parTransId="{7F9FB862-2041-4A2B-8B25-1662C7DF5996}" sibTransId="{07619B0B-38B5-4347-BAC6-C1B646D65E42}"/>
    <dgm:cxn modelId="{9CD48490-9051-45D7-9C56-28BEF19C3350}" srcId="{D7784D81-6921-4879-9FDF-49E919F4C01F}" destId="{98554D07-7033-4598-AD4E-7B3F978A8B78}" srcOrd="0" destOrd="0" parTransId="{F4FA2D89-970E-4F41-B8B7-DFDA72DD4639}" sibTransId="{B5C73519-3215-4D11-8D04-AED8E29DF530}"/>
    <dgm:cxn modelId="{A1F7BC90-8CD0-49DA-AF87-53EB9F4BCB51}" type="presOf" srcId="{C43B95A1-55A3-4FF6-AC7D-C572D1C06DAB}" destId="{02714BAA-C4EF-4DF9-91A2-93F9B23C82BD}" srcOrd="0" destOrd="3" presId="urn:microsoft.com/office/officeart/2005/8/layout/hList1"/>
    <dgm:cxn modelId="{FA377296-7DC0-4B68-B671-85C414CF8B33}" type="presOf" srcId="{98554D07-7033-4598-AD4E-7B3F978A8B78}" destId="{8E9E018C-E081-431F-B2C0-B099AE2A82DF}" srcOrd="0" destOrd="0" presId="urn:microsoft.com/office/officeart/2005/8/layout/hList1"/>
    <dgm:cxn modelId="{4BFC3398-4CA1-4D8F-9817-264B517B79C6}" type="presOf" srcId="{F99514A8-5D40-447D-B126-4E31E6319358}" destId="{BBF6DC0A-1B48-4836-ACEA-7A3B45E160F1}" srcOrd="0" destOrd="1" presId="urn:microsoft.com/office/officeart/2005/8/layout/hList1"/>
    <dgm:cxn modelId="{FF9B6499-75D3-4F7A-B9DD-00FDA28B2245}" type="presOf" srcId="{7C1B9AE9-DBA5-4707-9461-53ACE3A6E21E}" destId="{8E9E018C-E081-431F-B2C0-B099AE2A82DF}" srcOrd="0" destOrd="5" presId="urn:microsoft.com/office/officeart/2005/8/layout/hList1"/>
    <dgm:cxn modelId="{0909959C-A7FC-418C-BD59-18F23476F002}" srcId="{D1E54F69-2B4D-4EFB-AE39-5BF5031A3FE8}" destId="{7C1EBA76-9C72-4A6C-B826-0B9244A6EF21}" srcOrd="1" destOrd="0" parTransId="{D6408E28-107F-452F-BBDE-82A3BD4691BD}" sibTransId="{B9B6B5EA-FC9D-4B36-BE62-7FA715A6DFFD}"/>
    <dgm:cxn modelId="{C6709DA0-A299-41A2-B75F-A43260B5435C}" srcId="{D7784D81-6921-4879-9FDF-49E919F4C01F}" destId="{7C65AB0B-5F9E-4495-8FC5-00BC8E5375F1}" srcOrd="3" destOrd="0" parTransId="{A11CD934-93F9-417E-975F-06EB0A229E70}" sibTransId="{0502CE01-2F56-48B6-954C-48A0878F8A34}"/>
    <dgm:cxn modelId="{954C5AA6-8677-41FA-A72D-DD23C7A7691A}" type="presOf" srcId="{AEDD08E7-1375-4D3C-87C3-7FA9F6A97774}" destId="{5081D621-54F8-4E8A-8EC4-379EEDB9A521}" srcOrd="0" destOrd="1" presId="urn:microsoft.com/office/officeart/2005/8/layout/hList1"/>
    <dgm:cxn modelId="{81F893AC-FCBE-4DA1-A2C6-A1803789563D}" srcId="{10E352A0-E93A-4B07-80F7-AA44C0AB3A1D}" destId="{D29881C1-1185-49C8-B36E-742F41AD68D2}" srcOrd="3" destOrd="0" parTransId="{F9ACD7EF-3275-49CD-A8DF-9EAA89F6A4CD}" sibTransId="{C639BB26-C900-4C11-8C28-D3D8D5179E37}"/>
    <dgm:cxn modelId="{255B78B2-B489-4793-810A-306E3847A025}" srcId="{75CD5D04-CC50-40AC-B565-46D7CBA86DF4}" destId="{F99514A8-5D40-447D-B126-4E31E6319358}" srcOrd="1" destOrd="0" parTransId="{CC49A680-82D8-4FB2-A157-AD62CE8B9381}" sibTransId="{0AA444AB-F75E-4E7D-8F63-1875073A5100}"/>
    <dgm:cxn modelId="{8FDA20B7-48A6-416B-947A-83992931F9F9}" srcId="{C8B01E78-1995-4CBC-A348-780657B67B6A}" destId="{F3E54FCF-2936-4A36-B338-11A2FF1F2475}" srcOrd="0" destOrd="0" parTransId="{2FE1A9A7-C998-4DEB-87BA-D277104438E9}" sibTransId="{6F0FAD62-C7B9-41EE-8D3D-8763DE147078}"/>
    <dgm:cxn modelId="{883025C0-4E67-4C51-A2D1-FB5FB66B0BEB}" srcId="{C8B01E78-1995-4CBC-A348-780657B67B6A}" destId="{5DE33F92-1272-4933-8D22-A4B7F970FFDE}" srcOrd="2" destOrd="0" parTransId="{6D172F51-7BEE-4660-B21F-35F32AC7FF31}" sibTransId="{46BF9290-EEE4-473F-B430-FAFBC1D34B98}"/>
    <dgm:cxn modelId="{3ABA54C6-6236-4989-BB82-F9ABD0F53364}" type="presOf" srcId="{10E352A0-E93A-4B07-80F7-AA44C0AB3A1D}" destId="{DD7F83C1-EC91-4443-AAE1-43EEDDE871F0}" srcOrd="0" destOrd="0" presId="urn:microsoft.com/office/officeart/2005/8/layout/hList1"/>
    <dgm:cxn modelId="{6DE98AC7-D9E9-44E1-B02A-7984485C2CA3}" type="presOf" srcId="{75CD5D04-CC50-40AC-B565-46D7CBA86DF4}" destId="{54E15D8B-3301-416F-951F-BF3A326B138A}" srcOrd="0" destOrd="0" presId="urn:microsoft.com/office/officeart/2005/8/layout/hList1"/>
    <dgm:cxn modelId="{B5129BC8-E045-418C-8287-7810E5AB70B2}" srcId="{75CD5D04-CC50-40AC-B565-46D7CBA86DF4}" destId="{0082C39D-59CF-4FB8-9867-760243C4B972}" srcOrd="0" destOrd="0" parTransId="{764C3A1E-C1DA-447C-A2A6-46C47583D42F}" sibTransId="{B8205287-5F18-44EA-8BEE-2D52C93A47F2}"/>
    <dgm:cxn modelId="{E08FA6CD-2D9C-47CC-8FE4-E4E7A1726278}" srcId="{10E352A0-E93A-4B07-80F7-AA44C0AB3A1D}" destId="{75CD5D04-CC50-40AC-B565-46D7CBA86DF4}" srcOrd="4" destOrd="0" parTransId="{74276AA7-B7F5-4B36-A891-A5014671F19B}" sibTransId="{E378AE2C-773C-4C81-85D8-A95687AA8C97}"/>
    <dgm:cxn modelId="{B57DABCE-3269-4E3B-A07A-3E849984A158}" type="presOf" srcId="{7C65AB0B-5F9E-4495-8FC5-00BC8E5375F1}" destId="{8E9E018C-E081-431F-B2C0-B099AE2A82DF}" srcOrd="0" destOrd="3" presId="urn:microsoft.com/office/officeart/2005/8/layout/hList1"/>
    <dgm:cxn modelId="{9DD00ED2-3D76-4DC3-9683-B3DE4AE6778E}" type="presOf" srcId="{AE03CD09-8DE5-4438-BD29-D89C804B40F7}" destId="{8E9E018C-E081-431F-B2C0-B099AE2A82DF}" srcOrd="0" destOrd="4" presId="urn:microsoft.com/office/officeart/2005/8/layout/hList1"/>
    <dgm:cxn modelId="{5FAB99D2-5896-4554-B517-F474EF2FAD53}" srcId="{10E352A0-E93A-4B07-80F7-AA44C0AB3A1D}" destId="{C8B01E78-1995-4CBC-A348-780657B67B6A}" srcOrd="5" destOrd="0" parTransId="{6C57A3F2-61E0-499E-8639-0D01D814FD13}" sibTransId="{2DD34946-E674-4644-95A4-B0AD4BA76C0D}"/>
    <dgm:cxn modelId="{2405DAD3-8C2B-43AF-B2FE-59F6419ADCC0}" srcId="{10E352A0-E93A-4B07-80F7-AA44C0AB3A1D}" destId="{A86916D8-8F75-461B-B7D8-DA1E36362666}" srcOrd="2" destOrd="0" parTransId="{A6626063-C853-4352-AFEC-3EA6249813C2}" sibTransId="{86AFEED3-C1F6-4EA5-A6B8-FF4B25D2E074}"/>
    <dgm:cxn modelId="{2AD9ACD8-2B05-4335-A347-5D6843239DF0}" type="presOf" srcId="{268EA321-E466-4C6A-A307-CD781BC0683D}" destId="{494D58E2-BBF3-4B3B-BA47-87BF30E6416D}" srcOrd="0" destOrd="4" presId="urn:microsoft.com/office/officeart/2005/8/layout/hList1"/>
    <dgm:cxn modelId="{4C8D44DB-2CD1-47D1-B164-455FDE16279D}" type="presOf" srcId="{5DE33F92-1272-4933-8D22-A4B7F970FFDE}" destId="{5081D621-54F8-4E8A-8EC4-379EEDB9A521}" srcOrd="0" destOrd="2" presId="urn:microsoft.com/office/officeart/2005/8/layout/hList1"/>
    <dgm:cxn modelId="{896064DD-E27C-483B-9720-9F61EC6AF465}" type="presOf" srcId="{1646CA2B-41CF-4F21-90DC-21534CE9313D}" destId="{4A163A78-541F-4703-87BB-B7B6F543B860}" srcOrd="0" destOrd="0" presId="urn:microsoft.com/office/officeart/2005/8/layout/hList1"/>
    <dgm:cxn modelId="{1A9A44E2-3B19-470B-AC98-1F7008294A8D}" type="presOf" srcId="{03B9026B-9B33-4437-B434-B89FF19515E4}" destId="{4A163A78-541F-4703-87BB-B7B6F543B860}" srcOrd="0" destOrd="4" presId="urn:microsoft.com/office/officeart/2005/8/layout/hList1"/>
    <dgm:cxn modelId="{B1F457E8-7B88-45C4-B7DC-DFD3173C8CD9}" srcId="{D29881C1-1185-49C8-B36E-742F41AD68D2}" destId="{1646CA2B-41CF-4F21-90DC-21534CE9313D}" srcOrd="0" destOrd="0" parTransId="{F606FF67-C9AE-4788-AF67-06C2F335EC58}" sibTransId="{228DDF08-671A-4716-AAB5-C1C5A43C81A6}"/>
    <dgm:cxn modelId="{C394E3EE-237B-4E3F-9B1E-1C73F16D6516}" type="presOf" srcId="{0082C39D-59CF-4FB8-9867-760243C4B972}" destId="{BBF6DC0A-1B48-4836-ACEA-7A3B45E160F1}" srcOrd="0" destOrd="0" presId="urn:microsoft.com/office/officeart/2005/8/layout/hList1"/>
    <dgm:cxn modelId="{85EA33F0-DF0F-416E-8125-652C01D18FF7}" srcId="{D7784D81-6921-4879-9FDF-49E919F4C01F}" destId="{7C1B9AE9-DBA5-4707-9461-53ACE3A6E21E}" srcOrd="5" destOrd="0" parTransId="{265B2912-F894-4460-8F1E-E088A708827A}" sibTransId="{0EEA9407-66EC-4E3C-B805-44803782968E}"/>
    <dgm:cxn modelId="{191D87F3-C1FD-4CE5-AE4D-BFFA52262B6E}" srcId="{D29881C1-1185-49C8-B36E-742F41AD68D2}" destId="{FDEA3C92-8858-4FF9-B795-F9CDD308FD68}" srcOrd="1" destOrd="0" parTransId="{EF028F4D-4329-4B26-8311-51C8890CE1AB}" sibTransId="{C61DDFF7-5FA6-489F-8314-45C696F583AE}"/>
    <dgm:cxn modelId="{FB55EBF3-1DC9-43C0-B400-4D7466279C62}" type="presOf" srcId="{2DD569B2-9E47-41D1-8E02-90FF51B66673}" destId="{494D58E2-BBF3-4B3B-BA47-87BF30E6416D}" srcOrd="0" destOrd="1" presId="urn:microsoft.com/office/officeart/2005/8/layout/hList1"/>
    <dgm:cxn modelId="{1650D0AC-289A-4CC7-AA20-C0E1F3B12DD6}" type="presParOf" srcId="{DD7F83C1-EC91-4443-AAE1-43EEDDE871F0}" destId="{FCCF3C2E-62EA-4346-8B47-2AF1253EEE93}" srcOrd="0" destOrd="0" presId="urn:microsoft.com/office/officeart/2005/8/layout/hList1"/>
    <dgm:cxn modelId="{BCEDA2A0-139F-405C-8282-E9A0E94719EA}" type="presParOf" srcId="{FCCF3C2E-62EA-4346-8B47-2AF1253EEE93}" destId="{48E7F5C7-253B-4FA4-A5BE-36592AF98BC3}" srcOrd="0" destOrd="0" presId="urn:microsoft.com/office/officeart/2005/8/layout/hList1"/>
    <dgm:cxn modelId="{5E339ECD-C7C6-450A-A97F-87CBBC755824}" type="presParOf" srcId="{FCCF3C2E-62EA-4346-8B47-2AF1253EEE93}" destId="{8E9E018C-E081-431F-B2C0-B099AE2A82DF}" srcOrd="1" destOrd="0" presId="urn:microsoft.com/office/officeart/2005/8/layout/hList1"/>
    <dgm:cxn modelId="{E7B752E9-58B1-4DF4-8926-8F4BF4306E86}" type="presParOf" srcId="{DD7F83C1-EC91-4443-AAE1-43EEDDE871F0}" destId="{8A24D269-0E6C-47E7-9B34-4AC41E46753B}" srcOrd="1" destOrd="0" presId="urn:microsoft.com/office/officeart/2005/8/layout/hList1"/>
    <dgm:cxn modelId="{8D4ADE17-319E-4FDA-A5C5-06BEDEE0451D}" type="presParOf" srcId="{DD7F83C1-EC91-4443-AAE1-43EEDDE871F0}" destId="{093D5DD7-F21D-473F-A9E2-9ED442D4C1E2}" srcOrd="2" destOrd="0" presId="urn:microsoft.com/office/officeart/2005/8/layout/hList1"/>
    <dgm:cxn modelId="{B02243D9-CED4-4C12-877E-6606EDF63AB7}" type="presParOf" srcId="{093D5DD7-F21D-473F-A9E2-9ED442D4C1E2}" destId="{14A143CD-0770-40E2-8369-E7449A88A040}" srcOrd="0" destOrd="0" presId="urn:microsoft.com/office/officeart/2005/8/layout/hList1"/>
    <dgm:cxn modelId="{DDA36AFE-3F02-4799-8453-063CC683317D}" type="presParOf" srcId="{093D5DD7-F21D-473F-A9E2-9ED442D4C1E2}" destId="{02714BAA-C4EF-4DF9-91A2-93F9B23C82BD}" srcOrd="1" destOrd="0" presId="urn:microsoft.com/office/officeart/2005/8/layout/hList1"/>
    <dgm:cxn modelId="{F6E7389B-CD80-4110-8151-6C9516649806}" type="presParOf" srcId="{DD7F83C1-EC91-4443-AAE1-43EEDDE871F0}" destId="{A62A9ABB-6A50-4589-8DDF-275B971F65A2}" srcOrd="3" destOrd="0" presId="urn:microsoft.com/office/officeart/2005/8/layout/hList1"/>
    <dgm:cxn modelId="{20039B31-82ED-48B0-B7DD-5B4A4E1A82B0}" type="presParOf" srcId="{DD7F83C1-EC91-4443-AAE1-43EEDDE871F0}" destId="{69480C08-20F1-479A-8A9F-2CFD107BD6E4}" srcOrd="4" destOrd="0" presId="urn:microsoft.com/office/officeart/2005/8/layout/hList1"/>
    <dgm:cxn modelId="{968CE25C-BBAB-41FA-8A2C-5FF54F98DD71}" type="presParOf" srcId="{69480C08-20F1-479A-8A9F-2CFD107BD6E4}" destId="{6633B486-274D-4EEC-AABC-B8EACA8D7DFC}" srcOrd="0" destOrd="0" presId="urn:microsoft.com/office/officeart/2005/8/layout/hList1"/>
    <dgm:cxn modelId="{EE72B732-9FD3-4EB1-BBBF-FADFA7068448}" type="presParOf" srcId="{69480C08-20F1-479A-8A9F-2CFD107BD6E4}" destId="{494D58E2-BBF3-4B3B-BA47-87BF30E6416D}" srcOrd="1" destOrd="0" presId="urn:microsoft.com/office/officeart/2005/8/layout/hList1"/>
    <dgm:cxn modelId="{AAE34D4F-0AFD-47AA-9D0B-60E36EFFFA48}" type="presParOf" srcId="{DD7F83C1-EC91-4443-AAE1-43EEDDE871F0}" destId="{119CBEC1-FCF4-4ABB-BC32-C2910F8A43A3}" srcOrd="5" destOrd="0" presId="urn:microsoft.com/office/officeart/2005/8/layout/hList1"/>
    <dgm:cxn modelId="{29A5F117-8E50-430D-A927-DDDCF75B37CF}" type="presParOf" srcId="{DD7F83C1-EC91-4443-AAE1-43EEDDE871F0}" destId="{76DA1D87-FC69-46D9-AE83-44A9A0B10DF5}" srcOrd="6" destOrd="0" presId="urn:microsoft.com/office/officeart/2005/8/layout/hList1"/>
    <dgm:cxn modelId="{E08620EA-F930-4946-ABA0-859442029DAC}" type="presParOf" srcId="{76DA1D87-FC69-46D9-AE83-44A9A0B10DF5}" destId="{3DCAD9E1-25C3-4B16-8B5F-44ECD6BDC3FC}" srcOrd="0" destOrd="0" presId="urn:microsoft.com/office/officeart/2005/8/layout/hList1"/>
    <dgm:cxn modelId="{C6BB7FF8-DAEE-49A6-8AF4-511032699FAB}" type="presParOf" srcId="{76DA1D87-FC69-46D9-AE83-44A9A0B10DF5}" destId="{4A163A78-541F-4703-87BB-B7B6F543B860}" srcOrd="1" destOrd="0" presId="urn:microsoft.com/office/officeart/2005/8/layout/hList1"/>
    <dgm:cxn modelId="{AF15636F-BCB8-415B-9904-CBC9AC25187A}" type="presParOf" srcId="{DD7F83C1-EC91-4443-AAE1-43EEDDE871F0}" destId="{E69ED8A7-A623-41B9-9ACC-660C95F41850}" srcOrd="7" destOrd="0" presId="urn:microsoft.com/office/officeart/2005/8/layout/hList1"/>
    <dgm:cxn modelId="{9F204CBA-858F-4159-A0A6-342007891D10}" type="presParOf" srcId="{DD7F83C1-EC91-4443-AAE1-43EEDDE871F0}" destId="{F9F4AB76-FA41-4F4F-8B75-F23529CE91B6}" srcOrd="8" destOrd="0" presId="urn:microsoft.com/office/officeart/2005/8/layout/hList1"/>
    <dgm:cxn modelId="{64BEA144-066E-4C62-B184-2F45BA8E3B29}" type="presParOf" srcId="{F9F4AB76-FA41-4F4F-8B75-F23529CE91B6}" destId="{54E15D8B-3301-416F-951F-BF3A326B138A}" srcOrd="0" destOrd="0" presId="urn:microsoft.com/office/officeart/2005/8/layout/hList1"/>
    <dgm:cxn modelId="{2B2F23CE-9712-42A9-8332-C962135F0A25}" type="presParOf" srcId="{F9F4AB76-FA41-4F4F-8B75-F23529CE91B6}" destId="{BBF6DC0A-1B48-4836-ACEA-7A3B45E160F1}" srcOrd="1" destOrd="0" presId="urn:microsoft.com/office/officeart/2005/8/layout/hList1"/>
    <dgm:cxn modelId="{774FFAEC-3064-4023-945F-2BFB8312C28B}" type="presParOf" srcId="{DD7F83C1-EC91-4443-AAE1-43EEDDE871F0}" destId="{412A26DA-10AD-4A99-95C0-D437EE0519F3}" srcOrd="9" destOrd="0" presId="urn:microsoft.com/office/officeart/2005/8/layout/hList1"/>
    <dgm:cxn modelId="{0C37840E-2589-4659-86E5-A252FF7BFD8F}" type="presParOf" srcId="{DD7F83C1-EC91-4443-AAE1-43EEDDE871F0}" destId="{224347C1-3506-4416-BE05-49C13B554A96}" srcOrd="10" destOrd="0" presId="urn:microsoft.com/office/officeart/2005/8/layout/hList1"/>
    <dgm:cxn modelId="{1989EE87-0CC2-472E-AA06-B54C511EAE1C}" type="presParOf" srcId="{224347C1-3506-4416-BE05-49C13B554A96}" destId="{EBFAC12C-84E2-43CB-9850-50063A1D4200}" srcOrd="0" destOrd="0" presId="urn:microsoft.com/office/officeart/2005/8/layout/hList1"/>
    <dgm:cxn modelId="{CCC862AB-ED91-4C21-ABE0-165A4DBD6ACD}" type="presParOf" srcId="{224347C1-3506-4416-BE05-49C13B554A96}" destId="{5081D621-54F8-4E8A-8EC4-379EEDB9A52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FD5076-BBB0-4DF4-A6C5-EFCA0F13370C}" type="doc">
      <dgm:prSet loTypeId="urn:microsoft.com/office/officeart/2005/8/layout/radial5" loCatId="relationship" qsTypeId="urn:microsoft.com/office/officeart/2005/8/quickstyle/3d1" qsCatId="3D" csTypeId="urn:microsoft.com/office/officeart/2005/8/colors/colorful3" csCatId="colorful" phldr="1"/>
      <dgm:spPr/>
      <dgm:t>
        <a:bodyPr/>
        <a:lstStyle/>
        <a:p>
          <a:endParaRPr lang="en-AU"/>
        </a:p>
      </dgm:t>
    </dgm:pt>
    <dgm:pt modelId="{35B9FF25-0363-43A2-8479-AD208ED0483F}">
      <dgm:prSet phldrT="[Text]" phldr="0" custT="1"/>
      <dgm:spPr/>
      <dgm:t>
        <a:bodyPr/>
        <a:lstStyle/>
        <a:p>
          <a:r>
            <a:rPr lang="en-AU" sz="1600" b="1"/>
            <a:t>Payroll as a Service</a:t>
          </a:r>
        </a:p>
      </dgm:t>
    </dgm:pt>
    <dgm:pt modelId="{6E910B99-BAA0-4C2D-95C7-8055F65E3BBF}" type="parTrans" cxnId="{FFC98EC8-D4CF-41DA-BACA-B1B83318EFBF}">
      <dgm:prSet/>
      <dgm:spPr/>
      <dgm:t>
        <a:bodyPr/>
        <a:lstStyle/>
        <a:p>
          <a:endParaRPr lang="en-AU" sz="2400"/>
        </a:p>
      </dgm:t>
    </dgm:pt>
    <dgm:pt modelId="{5A612F1F-95AD-4E5B-B3FF-0A6B79A4A534}" type="sibTrans" cxnId="{FFC98EC8-D4CF-41DA-BACA-B1B83318EFBF}">
      <dgm:prSet/>
      <dgm:spPr/>
      <dgm:t>
        <a:bodyPr/>
        <a:lstStyle/>
        <a:p>
          <a:endParaRPr lang="en-AU" sz="2400"/>
        </a:p>
      </dgm:t>
    </dgm:pt>
    <dgm:pt modelId="{8C456541-46AE-4A26-B495-217B64CDF0CF}">
      <dgm:prSet phldrT="[Text]" phldr="0" custT="1"/>
      <dgm:spPr/>
      <dgm:t>
        <a:bodyPr/>
        <a:lstStyle/>
        <a:p>
          <a:r>
            <a:rPr lang="en-AU" sz="1100"/>
            <a:t>Payroll Administrators</a:t>
          </a:r>
        </a:p>
      </dgm:t>
    </dgm:pt>
    <dgm:pt modelId="{2500A679-8DEB-43AD-B278-90A8A88458B2}" type="parTrans" cxnId="{CF8DB284-25A8-4B7F-918E-5BECDF868EE6}">
      <dgm:prSet custT="1"/>
      <dgm:spPr/>
      <dgm:t>
        <a:bodyPr/>
        <a:lstStyle/>
        <a:p>
          <a:endParaRPr lang="en-AU" sz="2400"/>
        </a:p>
      </dgm:t>
    </dgm:pt>
    <dgm:pt modelId="{B9E0BD3F-FE7C-4A16-9E90-B60DD48F5196}" type="sibTrans" cxnId="{CF8DB284-25A8-4B7F-918E-5BECDF868EE6}">
      <dgm:prSet/>
      <dgm:spPr/>
      <dgm:t>
        <a:bodyPr/>
        <a:lstStyle/>
        <a:p>
          <a:endParaRPr lang="en-AU" sz="2400"/>
        </a:p>
      </dgm:t>
    </dgm:pt>
    <dgm:pt modelId="{7DB26160-9ED2-430A-A7FD-271FACF18993}">
      <dgm:prSet phldrT="[Text]" phldr="0" custT="1"/>
      <dgm:spPr/>
      <dgm:t>
        <a:bodyPr/>
        <a:lstStyle/>
        <a:p>
          <a:r>
            <a:rPr lang="en-AU" sz="1100"/>
            <a:t>Tax &amp; Superannuation Specialist</a:t>
          </a:r>
        </a:p>
      </dgm:t>
    </dgm:pt>
    <dgm:pt modelId="{6D0ADDF4-D8D9-4579-B431-FC90EDF421C6}" type="parTrans" cxnId="{2D954B94-E69D-4B07-A96A-DA383F49B494}">
      <dgm:prSet custT="1"/>
      <dgm:spPr/>
      <dgm:t>
        <a:bodyPr/>
        <a:lstStyle/>
        <a:p>
          <a:endParaRPr lang="en-AU" sz="1600"/>
        </a:p>
      </dgm:t>
    </dgm:pt>
    <dgm:pt modelId="{0F2264E8-AD16-46F6-9182-540208FF5D9A}" type="sibTrans" cxnId="{2D954B94-E69D-4B07-A96A-DA383F49B494}">
      <dgm:prSet/>
      <dgm:spPr/>
      <dgm:t>
        <a:bodyPr/>
        <a:lstStyle/>
        <a:p>
          <a:endParaRPr lang="en-AU" sz="1400"/>
        </a:p>
      </dgm:t>
    </dgm:pt>
    <dgm:pt modelId="{542F9B7A-8264-4276-95CD-0535127D9636}">
      <dgm:prSet phldrT="[Text]" phldr="0" custT="1"/>
      <dgm:spPr/>
      <dgm:t>
        <a:bodyPr/>
        <a:lstStyle/>
        <a:p>
          <a:r>
            <a:rPr lang="en-AU" sz="1100"/>
            <a:t>Reporting &amp; Insights Specialist</a:t>
          </a:r>
        </a:p>
      </dgm:t>
    </dgm:pt>
    <dgm:pt modelId="{D504A3C0-EC69-4DE7-B614-B848FC91F9A9}" type="parTrans" cxnId="{6BBE1A95-E69E-4CD5-B71F-77B318FB19E8}">
      <dgm:prSet custT="1"/>
      <dgm:spPr/>
      <dgm:t>
        <a:bodyPr/>
        <a:lstStyle/>
        <a:p>
          <a:endParaRPr lang="en-AU" sz="1600"/>
        </a:p>
      </dgm:t>
    </dgm:pt>
    <dgm:pt modelId="{E4064086-5D3A-453D-A7A8-BC45F20BDC33}" type="sibTrans" cxnId="{6BBE1A95-E69E-4CD5-B71F-77B318FB19E8}">
      <dgm:prSet/>
      <dgm:spPr/>
      <dgm:t>
        <a:bodyPr/>
        <a:lstStyle/>
        <a:p>
          <a:endParaRPr lang="en-AU" sz="1400"/>
        </a:p>
      </dgm:t>
    </dgm:pt>
    <dgm:pt modelId="{E35423A8-88E8-4487-8962-95D425B64FB9}">
      <dgm:prSet phldrT="[Text]" phldr="0" custT="1"/>
      <dgm:spPr/>
      <dgm:t>
        <a:bodyPr/>
        <a:lstStyle/>
        <a:p>
          <a:r>
            <a:rPr lang="en-AU" sz="1100"/>
            <a:t>Payroll Officers</a:t>
          </a:r>
        </a:p>
      </dgm:t>
    </dgm:pt>
    <dgm:pt modelId="{0D73EAEB-747F-4B5E-86A8-DFCB7D09D995}" type="parTrans" cxnId="{A1DFCFC2-0000-4C57-ADB0-B92141DF53C8}">
      <dgm:prSet custT="1"/>
      <dgm:spPr/>
      <dgm:t>
        <a:bodyPr/>
        <a:lstStyle/>
        <a:p>
          <a:endParaRPr lang="en-AU" sz="1600"/>
        </a:p>
      </dgm:t>
    </dgm:pt>
    <dgm:pt modelId="{A221B796-6AE4-4961-BD01-91A15165BF7F}" type="sibTrans" cxnId="{A1DFCFC2-0000-4C57-ADB0-B92141DF53C8}">
      <dgm:prSet/>
      <dgm:spPr/>
      <dgm:t>
        <a:bodyPr/>
        <a:lstStyle/>
        <a:p>
          <a:endParaRPr lang="en-AU" sz="1400"/>
        </a:p>
      </dgm:t>
    </dgm:pt>
    <dgm:pt modelId="{3FC38F2D-20AA-4B23-B853-FE088AE3EB65}">
      <dgm:prSet phldrT="[Text]" phldr="0" custT="1"/>
      <dgm:spPr/>
      <dgm:t>
        <a:bodyPr/>
        <a:lstStyle/>
        <a:p>
          <a:r>
            <a:rPr lang="en-AU" sz="1100"/>
            <a:t>Client Services Manager</a:t>
          </a:r>
        </a:p>
      </dgm:t>
    </dgm:pt>
    <dgm:pt modelId="{80F6D9F8-1287-4C8C-9DB5-06BD83C6B811}" type="parTrans" cxnId="{8EFF6654-4677-427A-A21A-FCE860C7497C}">
      <dgm:prSet custT="1"/>
      <dgm:spPr/>
      <dgm:t>
        <a:bodyPr/>
        <a:lstStyle/>
        <a:p>
          <a:endParaRPr lang="en-AU" sz="1600"/>
        </a:p>
      </dgm:t>
    </dgm:pt>
    <dgm:pt modelId="{26A4CBBB-0501-4A9C-ABB6-4E9988FD3D63}" type="sibTrans" cxnId="{8EFF6654-4677-427A-A21A-FCE860C7497C}">
      <dgm:prSet/>
      <dgm:spPr/>
      <dgm:t>
        <a:bodyPr/>
        <a:lstStyle/>
        <a:p>
          <a:endParaRPr lang="en-AU" sz="1400"/>
        </a:p>
      </dgm:t>
    </dgm:pt>
    <dgm:pt modelId="{E232D843-76FD-4DAD-8C7F-49D95B2A20A0}">
      <dgm:prSet phldrT="[Text]" phldr="0" custT="1"/>
      <dgm:spPr/>
      <dgm:t>
        <a:bodyPr/>
        <a:lstStyle/>
        <a:p>
          <a:r>
            <a:rPr lang="en-AU" sz="1100"/>
            <a:t>Implementation Consultants</a:t>
          </a:r>
        </a:p>
      </dgm:t>
    </dgm:pt>
    <dgm:pt modelId="{17ACCA3B-DBCA-48F3-A901-8521E6077358}" type="parTrans" cxnId="{22580CC2-94B7-4EAB-9CB9-6ED24F3AFF4B}">
      <dgm:prSet custT="1"/>
      <dgm:spPr/>
      <dgm:t>
        <a:bodyPr/>
        <a:lstStyle/>
        <a:p>
          <a:endParaRPr lang="en-AU" sz="1600"/>
        </a:p>
      </dgm:t>
    </dgm:pt>
    <dgm:pt modelId="{13FF92B0-75DE-4C2F-A0C0-B83A66BCB375}" type="sibTrans" cxnId="{22580CC2-94B7-4EAB-9CB9-6ED24F3AFF4B}">
      <dgm:prSet/>
      <dgm:spPr/>
      <dgm:t>
        <a:bodyPr/>
        <a:lstStyle/>
        <a:p>
          <a:endParaRPr lang="en-AU" sz="1400"/>
        </a:p>
      </dgm:t>
    </dgm:pt>
    <dgm:pt modelId="{2D2805D5-0DB0-4248-AD39-7E5EA253AB3D}">
      <dgm:prSet phldrT="[Text]" phldr="0" custT="1"/>
      <dgm:spPr/>
      <dgm:t>
        <a:bodyPr/>
        <a:lstStyle/>
        <a:p>
          <a:r>
            <a:rPr lang="en-AU" sz="1100"/>
            <a:t>Payroll Support Officers</a:t>
          </a:r>
        </a:p>
      </dgm:t>
    </dgm:pt>
    <dgm:pt modelId="{6D376ABB-0F36-45B4-ACE4-3092B4D15965}" type="parTrans" cxnId="{B3100F14-0F62-4335-804E-6F9851983A1C}">
      <dgm:prSet custT="1"/>
      <dgm:spPr/>
      <dgm:t>
        <a:bodyPr/>
        <a:lstStyle/>
        <a:p>
          <a:endParaRPr lang="en-AU" sz="1600"/>
        </a:p>
      </dgm:t>
    </dgm:pt>
    <dgm:pt modelId="{6C4D8064-8095-411F-9261-EF211499B707}" type="sibTrans" cxnId="{B3100F14-0F62-4335-804E-6F9851983A1C}">
      <dgm:prSet/>
      <dgm:spPr/>
      <dgm:t>
        <a:bodyPr/>
        <a:lstStyle/>
        <a:p>
          <a:endParaRPr lang="en-AU" sz="1400"/>
        </a:p>
      </dgm:t>
    </dgm:pt>
    <dgm:pt modelId="{BC31CDD6-2DF7-4D9D-A025-46C92ACE0644}">
      <dgm:prSet phldrT="[Text]" phldr="0" custT="1"/>
      <dgm:spPr/>
      <dgm:t>
        <a:bodyPr/>
        <a:lstStyle/>
        <a:p>
          <a:r>
            <a:rPr lang="en-AU" sz="1100"/>
            <a:t>Payroll Delivery  Manager</a:t>
          </a:r>
        </a:p>
      </dgm:t>
    </dgm:pt>
    <dgm:pt modelId="{84EC996F-3D62-4259-B8E3-0EFE92DDA3CC}" type="parTrans" cxnId="{190BBA55-99AE-452F-A446-F4400B656416}">
      <dgm:prSet custT="1"/>
      <dgm:spPr/>
      <dgm:t>
        <a:bodyPr/>
        <a:lstStyle/>
        <a:p>
          <a:endParaRPr lang="en-AU" sz="1600"/>
        </a:p>
      </dgm:t>
    </dgm:pt>
    <dgm:pt modelId="{411B4828-A3E6-4CC4-AEBF-74803DDE7088}" type="sibTrans" cxnId="{190BBA55-99AE-452F-A446-F4400B656416}">
      <dgm:prSet/>
      <dgm:spPr/>
      <dgm:t>
        <a:bodyPr/>
        <a:lstStyle/>
        <a:p>
          <a:endParaRPr lang="en-AU" sz="1400"/>
        </a:p>
      </dgm:t>
    </dgm:pt>
    <dgm:pt modelId="{FEEB0F43-75A4-4B87-B250-99F61AC36648}" type="pres">
      <dgm:prSet presAssocID="{4AFD5076-BBB0-4DF4-A6C5-EFCA0F13370C}" presName="Name0" presStyleCnt="0">
        <dgm:presLayoutVars>
          <dgm:chMax val="1"/>
          <dgm:dir/>
          <dgm:animLvl val="ctr"/>
          <dgm:resizeHandles val="exact"/>
        </dgm:presLayoutVars>
      </dgm:prSet>
      <dgm:spPr/>
    </dgm:pt>
    <dgm:pt modelId="{FFCB9A01-71A5-48E0-B8D1-200BF4768DBD}" type="pres">
      <dgm:prSet presAssocID="{35B9FF25-0363-43A2-8479-AD208ED0483F}" presName="centerShape" presStyleLbl="node0" presStyleIdx="0" presStyleCnt="1"/>
      <dgm:spPr/>
    </dgm:pt>
    <dgm:pt modelId="{24516FDF-B8DA-4B96-89C3-87A1DD03466B}" type="pres">
      <dgm:prSet presAssocID="{84EC996F-3D62-4259-B8E3-0EFE92DDA3CC}" presName="parTrans" presStyleLbl="sibTrans2D1" presStyleIdx="0" presStyleCnt="8"/>
      <dgm:spPr/>
    </dgm:pt>
    <dgm:pt modelId="{8D5B946D-C0CA-4A56-B1CC-DFC7249BB360}" type="pres">
      <dgm:prSet presAssocID="{84EC996F-3D62-4259-B8E3-0EFE92DDA3CC}" presName="connectorText" presStyleLbl="sibTrans2D1" presStyleIdx="0" presStyleCnt="8"/>
      <dgm:spPr/>
    </dgm:pt>
    <dgm:pt modelId="{114FFAA3-8440-40A5-A348-AC51039C86F9}" type="pres">
      <dgm:prSet presAssocID="{BC31CDD6-2DF7-4D9D-A025-46C92ACE0644}" presName="node" presStyleLbl="node1" presStyleIdx="0" presStyleCnt="8">
        <dgm:presLayoutVars>
          <dgm:bulletEnabled val="1"/>
        </dgm:presLayoutVars>
      </dgm:prSet>
      <dgm:spPr/>
    </dgm:pt>
    <dgm:pt modelId="{F9F17F36-D973-43AF-8810-55F743BFCCA2}" type="pres">
      <dgm:prSet presAssocID="{6D376ABB-0F36-45B4-ACE4-3092B4D15965}" presName="parTrans" presStyleLbl="sibTrans2D1" presStyleIdx="1" presStyleCnt="8"/>
      <dgm:spPr/>
    </dgm:pt>
    <dgm:pt modelId="{17B99287-07F0-4D24-8B07-A4114098EFF8}" type="pres">
      <dgm:prSet presAssocID="{6D376ABB-0F36-45B4-ACE4-3092B4D15965}" presName="connectorText" presStyleLbl="sibTrans2D1" presStyleIdx="1" presStyleCnt="8"/>
      <dgm:spPr/>
    </dgm:pt>
    <dgm:pt modelId="{4D2ADCF3-C92F-4E82-9818-A704DE067E41}" type="pres">
      <dgm:prSet presAssocID="{2D2805D5-0DB0-4248-AD39-7E5EA253AB3D}" presName="node" presStyleLbl="node1" presStyleIdx="1" presStyleCnt="8">
        <dgm:presLayoutVars>
          <dgm:bulletEnabled val="1"/>
        </dgm:presLayoutVars>
      </dgm:prSet>
      <dgm:spPr/>
    </dgm:pt>
    <dgm:pt modelId="{EA843336-500D-40A4-8106-78471125D37C}" type="pres">
      <dgm:prSet presAssocID="{0D73EAEB-747F-4B5E-86A8-DFCB7D09D995}" presName="parTrans" presStyleLbl="sibTrans2D1" presStyleIdx="2" presStyleCnt="8"/>
      <dgm:spPr/>
    </dgm:pt>
    <dgm:pt modelId="{B9DF3AE5-D5B1-4335-939E-73502839D4E2}" type="pres">
      <dgm:prSet presAssocID="{0D73EAEB-747F-4B5E-86A8-DFCB7D09D995}" presName="connectorText" presStyleLbl="sibTrans2D1" presStyleIdx="2" presStyleCnt="8"/>
      <dgm:spPr/>
    </dgm:pt>
    <dgm:pt modelId="{A6E1F1BF-D82C-4076-ADA3-2783E6D8405D}" type="pres">
      <dgm:prSet presAssocID="{E35423A8-88E8-4487-8962-95D425B64FB9}" presName="node" presStyleLbl="node1" presStyleIdx="2" presStyleCnt="8">
        <dgm:presLayoutVars>
          <dgm:bulletEnabled val="1"/>
        </dgm:presLayoutVars>
      </dgm:prSet>
      <dgm:spPr/>
    </dgm:pt>
    <dgm:pt modelId="{332349CB-E5FF-49FE-9BB6-F458C990F630}" type="pres">
      <dgm:prSet presAssocID="{6D0ADDF4-D8D9-4579-B431-FC90EDF421C6}" presName="parTrans" presStyleLbl="sibTrans2D1" presStyleIdx="3" presStyleCnt="8"/>
      <dgm:spPr/>
    </dgm:pt>
    <dgm:pt modelId="{DDDEC3AA-BD4D-4F15-871F-1CCD138B4D5F}" type="pres">
      <dgm:prSet presAssocID="{6D0ADDF4-D8D9-4579-B431-FC90EDF421C6}" presName="connectorText" presStyleLbl="sibTrans2D1" presStyleIdx="3" presStyleCnt="8"/>
      <dgm:spPr/>
    </dgm:pt>
    <dgm:pt modelId="{6B7E10AF-5FEE-41D5-B618-C95DBA86ED4E}" type="pres">
      <dgm:prSet presAssocID="{7DB26160-9ED2-430A-A7FD-271FACF18993}" presName="node" presStyleLbl="node1" presStyleIdx="3" presStyleCnt="8">
        <dgm:presLayoutVars>
          <dgm:bulletEnabled val="1"/>
        </dgm:presLayoutVars>
      </dgm:prSet>
      <dgm:spPr/>
    </dgm:pt>
    <dgm:pt modelId="{FFF5D13B-A2BA-4D5F-B844-B16EB1F6F7DC}" type="pres">
      <dgm:prSet presAssocID="{D504A3C0-EC69-4DE7-B614-B848FC91F9A9}" presName="parTrans" presStyleLbl="sibTrans2D1" presStyleIdx="4" presStyleCnt="8"/>
      <dgm:spPr/>
    </dgm:pt>
    <dgm:pt modelId="{98F4F374-645D-4301-BB38-3F9B00CFD554}" type="pres">
      <dgm:prSet presAssocID="{D504A3C0-EC69-4DE7-B614-B848FC91F9A9}" presName="connectorText" presStyleLbl="sibTrans2D1" presStyleIdx="4" presStyleCnt="8"/>
      <dgm:spPr/>
    </dgm:pt>
    <dgm:pt modelId="{F7886F22-1528-4884-BD21-297EF50AA0F3}" type="pres">
      <dgm:prSet presAssocID="{542F9B7A-8264-4276-95CD-0535127D9636}" presName="node" presStyleLbl="node1" presStyleIdx="4" presStyleCnt="8">
        <dgm:presLayoutVars>
          <dgm:bulletEnabled val="1"/>
        </dgm:presLayoutVars>
      </dgm:prSet>
      <dgm:spPr/>
    </dgm:pt>
    <dgm:pt modelId="{44318C19-30F0-4812-B6CB-9D9C05A16613}" type="pres">
      <dgm:prSet presAssocID="{2500A679-8DEB-43AD-B278-90A8A88458B2}" presName="parTrans" presStyleLbl="sibTrans2D1" presStyleIdx="5" presStyleCnt="8"/>
      <dgm:spPr/>
    </dgm:pt>
    <dgm:pt modelId="{50E7BF93-E3DF-454C-A79B-170500404A2C}" type="pres">
      <dgm:prSet presAssocID="{2500A679-8DEB-43AD-B278-90A8A88458B2}" presName="connectorText" presStyleLbl="sibTrans2D1" presStyleIdx="5" presStyleCnt="8"/>
      <dgm:spPr/>
    </dgm:pt>
    <dgm:pt modelId="{E0B0A624-FB03-4E1A-8208-33448641679C}" type="pres">
      <dgm:prSet presAssocID="{8C456541-46AE-4A26-B495-217B64CDF0CF}" presName="node" presStyleLbl="node1" presStyleIdx="5" presStyleCnt="8">
        <dgm:presLayoutVars>
          <dgm:bulletEnabled val="1"/>
        </dgm:presLayoutVars>
      </dgm:prSet>
      <dgm:spPr/>
    </dgm:pt>
    <dgm:pt modelId="{31BCFF55-124F-440D-B8EB-84CBE433C3A7}" type="pres">
      <dgm:prSet presAssocID="{17ACCA3B-DBCA-48F3-A901-8521E6077358}" presName="parTrans" presStyleLbl="sibTrans2D1" presStyleIdx="6" presStyleCnt="8"/>
      <dgm:spPr/>
    </dgm:pt>
    <dgm:pt modelId="{B276F8B3-175E-4877-B6AC-6A2CB047174D}" type="pres">
      <dgm:prSet presAssocID="{17ACCA3B-DBCA-48F3-A901-8521E6077358}" presName="connectorText" presStyleLbl="sibTrans2D1" presStyleIdx="6" presStyleCnt="8"/>
      <dgm:spPr/>
    </dgm:pt>
    <dgm:pt modelId="{D3981D2F-F94B-4986-8853-45B986107F57}" type="pres">
      <dgm:prSet presAssocID="{E232D843-76FD-4DAD-8C7F-49D95B2A20A0}" presName="node" presStyleLbl="node1" presStyleIdx="6" presStyleCnt="8">
        <dgm:presLayoutVars>
          <dgm:bulletEnabled val="1"/>
        </dgm:presLayoutVars>
      </dgm:prSet>
      <dgm:spPr/>
    </dgm:pt>
    <dgm:pt modelId="{852E426E-D907-4E21-95A7-98289F1CA924}" type="pres">
      <dgm:prSet presAssocID="{80F6D9F8-1287-4C8C-9DB5-06BD83C6B811}" presName="parTrans" presStyleLbl="sibTrans2D1" presStyleIdx="7" presStyleCnt="8"/>
      <dgm:spPr/>
    </dgm:pt>
    <dgm:pt modelId="{A8791787-3F37-4312-B45E-18231BCD0352}" type="pres">
      <dgm:prSet presAssocID="{80F6D9F8-1287-4C8C-9DB5-06BD83C6B811}" presName="connectorText" presStyleLbl="sibTrans2D1" presStyleIdx="7" presStyleCnt="8"/>
      <dgm:spPr/>
    </dgm:pt>
    <dgm:pt modelId="{459970CE-0F8F-456B-80EB-C4F3937C7790}" type="pres">
      <dgm:prSet presAssocID="{3FC38F2D-20AA-4B23-B853-FE088AE3EB65}" presName="node" presStyleLbl="node1" presStyleIdx="7" presStyleCnt="8">
        <dgm:presLayoutVars>
          <dgm:bulletEnabled val="1"/>
        </dgm:presLayoutVars>
      </dgm:prSet>
      <dgm:spPr/>
    </dgm:pt>
  </dgm:ptLst>
  <dgm:cxnLst>
    <dgm:cxn modelId="{AB6F2E0A-2A75-47E2-B93B-DBC4ABC6196C}" type="presOf" srcId="{E35423A8-88E8-4487-8962-95D425B64FB9}" destId="{A6E1F1BF-D82C-4076-ADA3-2783E6D8405D}" srcOrd="0" destOrd="0" presId="urn:microsoft.com/office/officeart/2005/8/layout/radial5"/>
    <dgm:cxn modelId="{72E1DF12-6EE8-4AD1-B05F-92CF9C9F92E1}" type="presOf" srcId="{6D376ABB-0F36-45B4-ACE4-3092B4D15965}" destId="{17B99287-07F0-4D24-8B07-A4114098EFF8}" srcOrd="1" destOrd="0" presId="urn:microsoft.com/office/officeart/2005/8/layout/radial5"/>
    <dgm:cxn modelId="{BBF22613-CBF4-4A7E-AA60-858FAAC5C4EA}" type="presOf" srcId="{35B9FF25-0363-43A2-8479-AD208ED0483F}" destId="{FFCB9A01-71A5-48E0-B8D1-200BF4768DBD}" srcOrd="0" destOrd="0" presId="urn:microsoft.com/office/officeart/2005/8/layout/radial5"/>
    <dgm:cxn modelId="{B3100F14-0F62-4335-804E-6F9851983A1C}" srcId="{35B9FF25-0363-43A2-8479-AD208ED0483F}" destId="{2D2805D5-0DB0-4248-AD39-7E5EA253AB3D}" srcOrd="1" destOrd="0" parTransId="{6D376ABB-0F36-45B4-ACE4-3092B4D15965}" sibTransId="{6C4D8064-8095-411F-9261-EF211499B707}"/>
    <dgm:cxn modelId="{88210B1A-7A12-4833-B9E1-3FF184A1B3C5}" type="presOf" srcId="{6D376ABB-0F36-45B4-ACE4-3092B4D15965}" destId="{F9F17F36-D973-43AF-8810-55F743BFCCA2}" srcOrd="0" destOrd="0" presId="urn:microsoft.com/office/officeart/2005/8/layout/radial5"/>
    <dgm:cxn modelId="{5283A123-67AD-45D4-B189-054F7DE4AE64}" type="presOf" srcId="{84EC996F-3D62-4259-B8E3-0EFE92DDA3CC}" destId="{24516FDF-B8DA-4B96-89C3-87A1DD03466B}" srcOrd="0" destOrd="0" presId="urn:microsoft.com/office/officeart/2005/8/layout/radial5"/>
    <dgm:cxn modelId="{C8450D26-56A5-4C09-8F22-3C6F0D1203A6}" type="presOf" srcId="{2D2805D5-0DB0-4248-AD39-7E5EA253AB3D}" destId="{4D2ADCF3-C92F-4E82-9818-A704DE067E41}" srcOrd="0" destOrd="0" presId="urn:microsoft.com/office/officeart/2005/8/layout/radial5"/>
    <dgm:cxn modelId="{184E8B5C-371D-4693-909E-779102FB1295}" type="presOf" srcId="{542F9B7A-8264-4276-95CD-0535127D9636}" destId="{F7886F22-1528-4884-BD21-297EF50AA0F3}" srcOrd="0" destOrd="0" presId="urn:microsoft.com/office/officeart/2005/8/layout/radial5"/>
    <dgm:cxn modelId="{53F43964-3F11-4082-925F-45C9D7B3000D}" type="presOf" srcId="{6D0ADDF4-D8D9-4579-B431-FC90EDF421C6}" destId="{332349CB-E5FF-49FE-9BB6-F458C990F630}" srcOrd="0" destOrd="0" presId="urn:microsoft.com/office/officeart/2005/8/layout/radial5"/>
    <dgm:cxn modelId="{40AF626C-AED4-40A7-ACD3-2F55E599F06C}" type="presOf" srcId="{7DB26160-9ED2-430A-A7FD-271FACF18993}" destId="{6B7E10AF-5FEE-41D5-B618-C95DBA86ED4E}" srcOrd="0" destOrd="0" presId="urn:microsoft.com/office/officeart/2005/8/layout/radial5"/>
    <dgm:cxn modelId="{E8BCB14C-13E7-4B58-AFB0-89FAF4237D89}" type="presOf" srcId="{BC31CDD6-2DF7-4D9D-A025-46C92ACE0644}" destId="{114FFAA3-8440-40A5-A348-AC51039C86F9}" srcOrd="0" destOrd="0" presId="urn:microsoft.com/office/officeart/2005/8/layout/radial5"/>
    <dgm:cxn modelId="{8EFF6654-4677-427A-A21A-FCE860C7497C}" srcId="{35B9FF25-0363-43A2-8479-AD208ED0483F}" destId="{3FC38F2D-20AA-4B23-B853-FE088AE3EB65}" srcOrd="7" destOrd="0" parTransId="{80F6D9F8-1287-4C8C-9DB5-06BD83C6B811}" sibTransId="{26A4CBBB-0501-4A9C-ABB6-4E9988FD3D63}"/>
    <dgm:cxn modelId="{190BBA55-99AE-452F-A446-F4400B656416}" srcId="{35B9FF25-0363-43A2-8479-AD208ED0483F}" destId="{BC31CDD6-2DF7-4D9D-A025-46C92ACE0644}" srcOrd="0" destOrd="0" parTransId="{84EC996F-3D62-4259-B8E3-0EFE92DDA3CC}" sibTransId="{411B4828-A3E6-4CC4-AEBF-74803DDE7088}"/>
    <dgm:cxn modelId="{52151A82-6967-4772-A8C6-F0C7797C5282}" type="presOf" srcId="{3FC38F2D-20AA-4B23-B853-FE088AE3EB65}" destId="{459970CE-0F8F-456B-80EB-C4F3937C7790}" srcOrd="0" destOrd="0" presId="urn:microsoft.com/office/officeart/2005/8/layout/radial5"/>
    <dgm:cxn modelId="{CF8DB284-25A8-4B7F-918E-5BECDF868EE6}" srcId="{35B9FF25-0363-43A2-8479-AD208ED0483F}" destId="{8C456541-46AE-4A26-B495-217B64CDF0CF}" srcOrd="5" destOrd="0" parTransId="{2500A679-8DEB-43AD-B278-90A8A88458B2}" sibTransId="{B9E0BD3F-FE7C-4A16-9E90-B60DD48F5196}"/>
    <dgm:cxn modelId="{80DE8286-3DD7-4E01-A882-172B41AF5354}" type="presOf" srcId="{D504A3C0-EC69-4DE7-B614-B848FC91F9A9}" destId="{FFF5D13B-A2BA-4D5F-B844-B16EB1F6F7DC}" srcOrd="0" destOrd="0" presId="urn:microsoft.com/office/officeart/2005/8/layout/radial5"/>
    <dgm:cxn modelId="{2D954B94-E69D-4B07-A96A-DA383F49B494}" srcId="{35B9FF25-0363-43A2-8479-AD208ED0483F}" destId="{7DB26160-9ED2-430A-A7FD-271FACF18993}" srcOrd="3" destOrd="0" parTransId="{6D0ADDF4-D8D9-4579-B431-FC90EDF421C6}" sibTransId="{0F2264E8-AD16-46F6-9182-540208FF5D9A}"/>
    <dgm:cxn modelId="{6BBE1A95-E69E-4CD5-B71F-77B318FB19E8}" srcId="{35B9FF25-0363-43A2-8479-AD208ED0483F}" destId="{542F9B7A-8264-4276-95CD-0535127D9636}" srcOrd="4" destOrd="0" parTransId="{D504A3C0-EC69-4DE7-B614-B848FC91F9A9}" sibTransId="{E4064086-5D3A-453D-A7A8-BC45F20BDC33}"/>
    <dgm:cxn modelId="{D4FF6496-E0B7-4766-B859-888AAE488317}" type="presOf" srcId="{80F6D9F8-1287-4C8C-9DB5-06BD83C6B811}" destId="{852E426E-D907-4E21-95A7-98289F1CA924}" srcOrd="0" destOrd="0" presId="urn:microsoft.com/office/officeart/2005/8/layout/radial5"/>
    <dgm:cxn modelId="{74356E96-4F61-49ED-AD9A-18B7FA900667}" type="presOf" srcId="{0D73EAEB-747F-4B5E-86A8-DFCB7D09D995}" destId="{EA843336-500D-40A4-8106-78471125D37C}" srcOrd="0" destOrd="0" presId="urn:microsoft.com/office/officeart/2005/8/layout/radial5"/>
    <dgm:cxn modelId="{7D90C29A-A1B9-4BD3-AA7E-72F14A3D546F}" type="presOf" srcId="{8C456541-46AE-4A26-B495-217B64CDF0CF}" destId="{E0B0A624-FB03-4E1A-8208-33448641679C}" srcOrd="0" destOrd="0" presId="urn:microsoft.com/office/officeart/2005/8/layout/radial5"/>
    <dgm:cxn modelId="{A9348BA8-6A1B-4793-B350-D8D63DF9491B}" type="presOf" srcId="{6D0ADDF4-D8D9-4579-B431-FC90EDF421C6}" destId="{DDDEC3AA-BD4D-4F15-871F-1CCD138B4D5F}" srcOrd="1" destOrd="0" presId="urn:microsoft.com/office/officeart/2005/8/layout/radial5"/>
    <dgm:cxn modelId="{73F13AAC-FD06-4187-9746-1111D6399CB5}" type="presOf" srcId="{17ACCA3B-DBCA-48F3-A901-8521E6077358}" destId="{B276F8B3-175E-4877-B6AC-6A2CB047174D}" srcOrd="1" destOrd="0" presId="urn:microsoft.com/office/officeart/2005/8/layout/radial5"/>
    <dgm:cxn modelId="{97E8D1BC-A4DD-4623-B2F6-4702ADC6C09B}" type="presOf" srcId="{2500A679-8DEB-43AD-B278-90A8A88458B2}" destId="{44318C19-30F0-4812-B6CB-9D9C05A16613}" srcOrd="0" destOrd="0" presId="urn:microsoft.com/office/officeart/2005/8/layout/radial5"/>
    <dgm:cxn modelId="{D1D520BE-5CFD-4494-A5F5-93536D231CD0}" type="presOf" srcId="{17ACCA3B-DBCA-48F3-A901-8521E6077358}" destId="{31BCFF55-124F-440D-B8EB-84CBE433C3A7}" srcOrd="0" destOrd="0" presId="urn:microsoft.com/office/officeart/2005/8/layout/radial5"/>
    <dgm:cxn modelId="{640909BF-6603-44E2-AE18-D06F4F9EB296}" type="presOf" srcId="{D504A3C0-EC69-4DE7-B614-B848FC91F9A9}" destId="{98F4F374-645D-4301-BB38-3F9B00CFD554}" srcOrd="1" destOrd="0" presId="urn:microsoft.com/office/officeart/2005/8/layout/radial5"/>
    <dgm:cxn modelId="{22580CC2-94B7-4EAB-9CB9-6ED24F3AFF4B}" srcId="{35B9FF25-0363-43A2-8479-AD208ED0483F}" destId="{E232D843-76FD-4DAD-8C7F-49D95B2A20A0}" srcOrd="6" destOrd="0" parTransId="{17ACCA3B-DBCA-48F3-A901-8521E6077358}" sibTransId="{13FF92B0-75DE-4C2F-A0C0-B83A66BCB375}"/>
    <dgm:cxn modelId="{A1DFCFC2-0000-4C57-ADB0-B92141DF53C8}" srcId="{35B9FF25-0363-43A2-8479-AD208ED0483F}" destId="{E35423A8-88E8-4487-8962-95D425B64FB9}" srcOrd="2" destOrd="0" parTransId="{0D73EAEB-747F-4B5E-86A8-DFCB7D09D995}" sibTransId="{A221B796-6AE4-4961-BD01-91A15165BF7F}"/>
    <dgm:cxn modelId="{FFC98EC8-D4CF-41DA-BACA-B1B83318EFBF}" srcId="{4AFD5076-BBB0-4DF4-A6C5-EFCA0F13370C}" destId="{35B9FF25-0363-43A2-8479-AD208ED0483F}" srcOrd="0" destOrd="0" parTransId="{6E910B99-BAA0-4C2D-95C7-8055F65E3BBF}" sibTransId="{5A612F1F-95AD-4E5B-B3FF-0A6B79A4A534}"/>
    <dgm:cxn modelId="{31132ACA-C70E-4648-8CB4-7F78ADA3DE19}" type="presOf" srcId="{E232D843-76FD-4DAD-8C7F-49D95B2A20A0}" destId="{D3981D2F-F94B-4986-8853-45B986107F57}" srcOrd="0" destOrd="0" presId="urn:microsoft.com/office/officeart/2005/8/layout/radial5"/>
    <dgm:cxn modelId="{0A6809D3-E816-431F-8533-D7569AE362D6}" type="presOf" srcId="{84EC996F-3D62-4259-B8E3-0EFE92DDA3CC}" destId="{8D5B946D-C0CA-4A56-B1CC-DFC7249BB360}" srcOrd="1" destOrd="0" presId="urn:microsoft.com/office/officeart/2005/8/layout/radial5"/>
    <dgm:cxn modelId="{692A5ED5-0095-4A00-8749-31FAF4B622E9}" type="presOf" srcId="{4AFD5076-BBB0-4DF4-A6C5-EFCA0F13370C}" destId="{FEEB0F43-75A4-4B87-B250-99F61AC36648}" srcOrd="0" destOrd="0" presId="urn:microsoft.com/office/officeart/2005/8/layout/radial5"/>
    <dgm:cxn modelId="{995974DC-74E6-431E-A9DA-57C15BBECD6F}" type="presOf" srcId="{0D73EAEB-747F-4B5E-86A8-DFCB7D09D995}" destId="{B9DF3AE5-D5B1-4335-939E-73502839D4E2}" srcOrd="1" destOrd="0" presId="urn:microsoft.com/office/officeart/2005/8/layout/radial5"/>
    <dgm:cxn modelId="{D5C4B8ED-461D-48D2-AB41-BA5C103E829A}" type="presOf" srcId="{80F6D9F8-1287-4C8C-9DB5-06BD83C6B811}" destId="{A8791787-3F37-4312-B45E-18231BCD0352}" srcOrd="1" destOrd="0" presId="urn:microsoft.com/office/officeart/2005/8/layout/radial5"/>
    <dgm:cxn modelId="{4980DCF6-BB58-4D9A-8717-D24438DEF184}" type="presOf" srcId="{2500A679-8DEB-43AD-B278-90A8A88458B2}" destId="{50E7BF93-E3DF-454C-A79B-170500404A2C}" srcOrd="1" destOrd="0" presId="urn:microsoft.com/office/officeart/2005/8/layout/radial5"/>
    <dgm:cxn modelId="{D3C1859A-7539-4610-A733-F6FCC9F51A6C}" type="presParOf" srcId="{FEEB0F43-75A4-4B87-B250-99F61AC36648}" destId="{FFCB9A01-71A5-48E0-B8D1-200BF4768DBD}" srcOrd="0" destOrd="0" presId="urn:microsoft.com/office/officeart/2005/8/layout/radial5"/>
    <dgm:cxn modelId="{A7CFEC6A-3FD9-4506-B0FF-18BDBE67280E}" type="presParOf" srcId="{FEEB0F43-75A4-4B87-B250-99F61AC36648}" destId="{24516FDF-B8DA-4B96-89C3-87A1DD03466B}" srcOrd="1" destOrd="0" presId="urn:microsoft.com/office/officeart/2005/8/layout/radial5"/>
    <dgm:cxn modelId="{BB333282-6EAC-4760-85D5-F967066781C0}" type="presParOf" srcId="{24516FDF-B8DA-4B96-89C3-87A1DD03466B}" destId="{8D5B946D-C0CA-4A56-B1CC-DFC7249BB360}" srcOrd="0" destOrd="0" presId="urn:microsoft.com/office/officeart/2005/8/layout/radial5"/>
    <dgm:cxn modelId="{5024C8C4-70D3-47D0-A316-C84B8C55FA39}" type="presParOf" srcId="{FEEB0F43-75A4-4B87-B250-99F61AC36648}" destId="{114FFAA3-8440-40A5-A348-AC51039C86F9}" srcOrd="2" destOrd="0" presId="urn:microsoft.com/office/officeart/2005/8/layout/radial5"/>
    <dgm:cxn modelId="{F550ED9B-F844-4D08-81D1-9FD6B696BC94}" type="presParOf" srcId="{FEEB0F43-75A4-4B87-B250-99F61AC36648}" destId="{F9F17F36-D973-43AF-8810-55F743BFCCA2}" srcOrd="3" destOrd="0" presId="urn:microsoft.com/office/officeart/2005/8/layout/radial5"/>
    <dgm:cxn modelId="{2B1CE9C1-52EB-4677-B100-394CE5418C87}" type="presParOf" srcId="{F9F17F36-D973-43AF-8810-55F743BFCCA2}" destId="{17B99287-07F0-4D24-8B07-A4114098EFF8}" srcOrd="0" destOrd="0" presId="urn:microsoft.com/office/officeart/2005/8/layout/radial5"/>
    <dgm:cxn modelId="{476E4A7B-5BC8-4879-BD92-369A829F1CB8}" type="presParOf" srcId="{FEEB0F43-75A4-4B87-B250-99F61AC36648}" destId="{4D2ADCF3-C92F-4E82-9818-A704DE067E41}" srcOrd="4" destOrd="0" presId="urn:microsoft.com/office/officeart/2005/8/layout/radial5"/>
    <dgm:cxn modelId="{EFEFF633-EABF-4960-8FA4-B49C8D670FA7}" type="presParOf" srcId="{FEEB0F43-75A4-4B87-B250-99F61AC36648}" destId="{EA843336-500D-40A4-8106-78471125D37C}" srcOrd="5" destOrd="0" presId="urn:microsoft.com/office/officeart/2005/8/layout/radial5"/>
    <dgm:cxn modelId="{B45BB588-0579-4D2D-88B1-84A5F84655B5}" type="presParOf" srcId="{EA843336-500D-40A4-8106-78471125D37C}" destId="{B9DF3AE5-D5B1-4335-939E-73502839D4E2}" srcOrd="0" destOrd="0" presId="urn:microsoft.com/office/officeart/2005/8/layout/radial5"/>
    <dgm:cxn modelId="{B9B722B5-1893-4BA3-870D-17E30B0436C7}" type="presParOf" srcId="{FEEB0F43-75A4-4B87-B250-99F61AC36648}" destId="{A6E1F1BF-D82C-4076-ADA3-2783E6D8405D}" srcOrd="6" destOrd="0" presId="urn:microsoft.com/office/officeart/2005/8/layout/radial5"/>
    <dgm:cxn modelId="{E54E6CE9-869B-4635-9A91-F3E5DBBB6DD8}" type="presParOf" srcId="{FEEB0F43-75A4-4B87-B250-99F61AC36648}" destId="{332349CB-E5FF-49FE-9BB6-F458C990F630}" srcOrd="7" destOrd="0" presId="urn:microsoft.com/office/officeart/2005/8/layout/radial5"/>
    <dgm:cxn modelId="{CFBF4FAD-B78A-433E-9B36-795F5F644339}" type="presParOf" srcId="{332349CB-E5FF-49FE-9BB6-F458C990F630}" destId="{DDDEC3AA-BD4D-4F15-871F-1CCD138B4D5F}" srcOrd="0" destOrd="0" presId="urn:microsoft.com/office/officeart/2005/8/layout/radial5"/>
    <dgm:cxn modelId="{47A3133D-AFC6-4AC3-AD4B-56E4DB1BEE5E}" type="presParOf" srcId="{FEEB0F43-75A4-4B87-B250-99F61AC36648}" destId="{6B7E10AF-5FEE-41D5-B618-C95DBA86ED4E}" srcOrd="8" destOrd="0" presId="urn:microsoft.com/office/officeart/2005/8/layout/radial5"/>
    <dgm:cxn modelId="{16F25395-25B3-47EC-B8A4-08300A31D2F2}" type="presParOf" srcId="{FEEB0F43-75A4-4B87-B250-99F61AC36648}" destId="{FFF5D13B-A2BA-4D5F-B844-B16EB1F6F7DC}" srcOrd="9" destOrd="0" presId="urn:microsoft.com/office/officeart/2005/8/layout/radial5"/>
    <dgm:cxn modelId="{B480B1E7-1F7D-4C16-9083-54B648519588}" type="presParOf" srcId="{FFF5D13B-A2BA-4D5F-B844-B16EB1F6F7DC}" destId="{98F4F374-645D-4301-BB38-3F9B00CFD554}" srcOrd="0" destOrd="0" presId="urn:microsoft.com/office/officeart/2005/8/layout/radial5"/>
    <dgm:cxn modelId="{4D02B785-0D9C-4157-A808-B00A683D0BCE}" type="presParOf" srcId="{FEEB0F43-75A4-4B87-B250-99F61AC36648}" destId="{F7886F22-1528-4884-BD21-297EF50AA0F3}" srcOrd="10" destOrd="0" presId="urn:microsoft.com/office/officeart/2005/8/layout/radial5"/>
    <dgm:cxn modelId="{CD7A132F-771A-4D74-AD96-17C3D3F5A596}" type="presParOf" srcId="{FEEB0F43-75A4-4B87-B250-99F61AC36648}" destId="{44318C19-30F0-4812-B6CB-9D9C05A16613}" srcOrd="11" destOrd="0" presId="urn:microsoft.com/office/officeart/2005/8/layout/radial5"/>
    <dgm:cxn modelId="{8CFF5C48-6662-457D-962A-A7C4D2D19B35}" type="presParOf" srcId="{44318C19-30F0-4812-B6CB-9D9C05A16613}" destId="{50E7BF93-E3DF-454C-A79B-170500404A2C}" srcOrd="0" destOrd="0" presId="urn:microsoft.com/office/officeart/2005/8/layout/radial5"/>
    <dgm:cxn modelId="{FDEA31D5-8040-42D9-8C73-903DB5428222}" type="presParOf" srcId="{FEEB0F43-75A4-4B87-B250-99F61AC36648}" destId="{E0B0A624-FB03-4E1A-8208-33448641679C}" srcOrd="12" destOrd="0" presId="urn:microsoft.com/office/officeart/2005/8/layout/radial5"/>
    <dgm:cxn modelId="{6D6B0FC5-81E2-464A-96FE-CDB228CA9AC4}" type="presParOf" srcId="{FEEB0F43-75A4-4B87-B250-99F61AC36648}" destId="{31BCFF55-124F-440D-B8EB-84CBE433C3A7}" srcOrd="13" destOrd="0" presId="urn:microsoft.com/office/officeart/2005/8/layout/radial5"/>
    <dgm:cxn modelId="{53E7D2F8-0753-4C44-97A1-1E0820A9F5F8}" type="presParOf" srcId="{31BCFF55-124F-440D-B8EB-84CBE433C3A7}" destId="{B276F8B3-175E-4877-B6AC-6A2CB047174D}" srcOrd="0" destOrd="0" presId="urn:microsoft.com/office/officeart/2005/8/layout/radial5"/>
    <dgm:cxn modelId="{C3DBB349-F535-42FE-93D1-59955F2313E4}" type="presParOf" srcId="{FEEB0F43-75A4-4B87-B250-99F61AC36648}" destId="{D3981D2F-F94B-4986-8853-45B986107F57}" srcOrd="14" destOrd="0" presId="urn:microsoft.com/office/officeart/2005/8/layout/radial5"/>
    <dgm:cxn modelId="{1B35EF4A-7957-4D57-98D4-62FFF670D9CB}" type="presParOf" srcId="{FEEB0F43-75A4-4B87-B250-99F61AC36648}" destId="{852E426E-D907-4E21-95A7-98289F1CA924}" srcOrd="15" destOrd="0" presId="urn:microsoft.com/office/officeart/2005/8/layout/radial5"/>
    <dgm:cxn modelId="{78B8E1DA-BC90-4FC2-B6B1-2263349B2787}" type="presParOf" srcId="{852E426E-D907-4E21-95A7-98289F1CA924}" destId="{A8791787-3F37-4312-B45E-18231BCD0352}" srcOrd="0" destOrd="0" presId="urn:microsoft.com/office/officeart/2005/8/layout/radial5"/>
    <dgm:cxn modelId="{59C8CD47-BF9F-4F47-B660-945B5CB04F98}" type="presParOf" srcId="{FEEB0F43-75A4-4B87-B250-99F61AC36648}" destId="{459970CE-0F8F-456B-80EB-C4F3937C7790}" srcOrd="16"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02625D-1F01-4125-BE16-7C0101D2EB23}">
      <dsp:nvSpPr>
        <dsp:cNvPr id="0" name=""/>
        <dsp:cNvSpPr/>
      </dsp:nvSpPr>
      <dsp:spPr>
        <a:xfrm>
          <a:off x="1558" y="1977"/>
          <a:ext cx="1958297" cy="1207962"/>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ClrTx/>
            <a:buSzTx/>
            <a:buFontTx/>
            <a:buNone/>
          </a:pPr>
          <a:r>
            <a:rPr kumimoji="0" lang="en-AU" sz="1600" b="1" i="0" u="none" strike="noStrike" kern="1200" cap="none" spc="0" normalizeH="0" baseline="0" noProof="0">
              <a:ln/>
              <a:effectLst/>
              <a:uLnTx/>
              <a:uFillTx/>
              <a:latin typeface="Calibri" panose="020F0502020204030204"/>
              <a:ea typeface="+mn-ea"/>
              <a:cs typeface="+mn-cs"/>
            </a:rPr>
            <a:t>Australian Owned Business</a:t>
          </a:r>
          <a:endParaRPr lang="en-AU" sz="1600" kern="1200"/>
        </a:p>
      </dsp:txBody>
      <dsp:txXfrm>
        <a:off x="1558" y="1977"/>
        <a:ext cx="1958297" cy="805308"/>
      </dsp:txXfrm>
    </dsp:sp>
    <dsp:sp modelId="{1C9242E0-5D26-446C-BDEB-D8E7327F2E11}">
      <dsp:nvSpPr>
        <dsp:cNvPr id="0" name=""/>
        <dsp:cNvSpPr/>
      </dsp:nvSpPr>
      <dsp:spPr>
        <a:xfrm>
          <a:off x="402655" y="763631"/>
          <a:ext cx="1958297" cy="1069200"/>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6000" tIns="0" rIns="0" bIns="0" numCol="1" spcCol="1270" anchor="t" anchorCtr="0">
          <a:noAutofit/>
        </a:bodyPr>
        <a:lstStyle/>
        <a:p>
          <a:pPr marL="114300" lvl="1" indent="-114300" algn="ctr" defTabSz="533400">
            <a:lnSpc>
              <a:spcPct val="90000"/>
            </a:lnSpc>
            <a:spcBef>
              <a:spcPct val="0"/>
            </a:spcBef>
            <a:spcAft>
              <a:spcPct val="15000"/>
            </a:spcAft>
            <a:buClrTx/>
            <a:buSzTx/>
            <a:buFontTx/>
            <a:buNone/>
          </a:pPr>
          <a:r>
            <a:rPr kumimoji="0" lang="en-AU" sz="1200" b="1" i="0" u="none" strike="noStrike" kern="1200" cap="none" spc="0" normalizeH="0" baseline="0" noProof="0">
              <a:ln/>
              <a:effectLst/>
              <a:uLnTx/>
              <a:uFillTx/>
              <a:latin typeface="Calibri" panose="020F0502020204030204"/>
              <a:ea typeface="+mn-ea"/>
              <a:cs typeface="+mn-cs"/>
            </a:rPr>
            <a:t>Proudly Owned and Operated in Australia</a:t>
          </a:r>
          <a:r>
            <a:rPr kumimoji="0" lang="en-AU" sz="1200" b="0" i="0" u="none" strike="noStrike" kern="1200" cap="none" spc="0" normalizeH="0" baseline="0" noProof="0">
              <a:ln/>
              <a:effectLst/>
              <a:uLnTx/>
              <a:uFillTx/>
              <a:latin typeface="Calibri" panose="020F0502020204030204"/>
              <a:ea typeface="+mn-ea"/>
              <a:cs typeface="+mn-cs"/>
            </a:rPr>
            <a:t>, understanding the local market and business culture</a:t>
          </a:r>
          <a:endParaRPr lang="en-AU" sz="1200" kern="1200"/>
        </a:p>
      </dsp:txBody>
      <dsp:txXfrm>
        <a:off x="433971" y="794947"/>
        <a:ext cx="1895665" cy="1006568"/>
      </dsp:txXfrm>
    </dsp:sp>
    <dsp:sp modelId="{8FC66A40-6184-46FC-85F1-D81A25867DAD}">
      <dsp:nvSpPr>
        <dsp:cNvPr id="0" name=""/>
        <dsp:cNvSpPr/>
      </dsp:nvSpPr>
      <dsp:spPr>
        <a:xfrm>
          <a:off x="2256726" y="160852"/>
          <a:ext cx="629366" cy="487559"/>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AU" sz="500" kern="1200"/>
        </a:p>
      </dsp:txBody>
      <dsp:txXfrm>
        <a:off x="2256726" y="258364"/>
        <a:ext cx="483098" cy="292535"/>
      </dsp:txXfrm>
    </dsp:sp>
    <dsp:sp modelId="{7508E4E2-C745-4FBC-B4AB-1CD93C5D6780}">
      <dsp:nvSpPr>
        <dsp:cNvPr id="0" name=""/>
        <dsp:cNvSpPr/>
      </dsp:nvSpPr>
      <dsp:spPr>
        <a:xfrm>
          <a:off x="3147339" y="1977"/>
          <a:ext cx="1958297" cy="1207962"/>
        </a:xfrm>
        <a:prstGeom prst="roundRect">
          <a:avLst>
            <a:gd name="adj" fmla="val 10000"/>
          </a:avLst>
        </a:prstGeom>
        <a:gradFill rotWithShape="0">
          <a:gsLst>
            <a:gs pos="0">
              <a:schemeClr val="accent3">
                <a:hueOff val="-4996746"/>
                <a:satOff val="11878"/>
                <a:lumOff val="7974"/>
                <a:alphaOff val="0"/>
                <a:satMod val="103000"/>
                <a:lumMod val="102000"/>
                <a:tint val="94000"/>
              </a:schemeClr>
            </a:gs>
            <a:gs pos="50000">
              <a:schemeClr val="accent3">
                <a:hueOff val="-4996746"/>
                <a:satOff val="11878"/>
                <a:lumOff val="7974"/>
                <a:alphaOff val="0"/>
                <a:satMod val="110000"/>
                <a:lumMod val="100000"/>
                <a:shade val="100000"/>
              </a:schemeClr>
            </a:gs>
            <a:gs pos="100000">
              <a:schemeClr val="accent3">
                <a:hueOff val="-4996746"/>
                <a:satOff val="11878"/>
                <a:lumOff val="797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ClrTx/>
            <a:buSzTx/>
            <a:buFontTx/>
            <a:buNone/>
          </a:pPr>
          <a:r>
            <a:rPr kumimoji="0" lang="en-AU" sz="1600" b="1" i="0" u="none" strike="noStrike" kern="1200" cap="none" spc="0" normalizeH="0" baseline="0" noProof="0">
              <a:ln/>
              <a:effectLst/>
              <a:uLnTx/>
              <a:uFillTx/>
              <a:latin typeface="Calibri" panose="020F0502020204030204"/>
              <a:ea typeface="+mn-ea"/>
              <a:cs typeface="+mn-cs"/>
            </a:rPr>
            <a:t>We Are Not a Big 4</a:t>
          </a:r>
        </a:p>
      </dsp:txBody>
      <dsp:txXfrm>
        <a:off x="3147339" y="1977"/>
        <a:ext cx="1958297" cy="805308"/>
      </dsp:txXfrm>
    </dsp:sp>
    <dsp:sp modelId="{3A0DDA7F-0B20-4F22-B8D0-485A38E08B7B}">
      <dsp:nvSpPr>
        <dsp:cNvPr id="0" name=""/>
        <dsp:cNvSpPr/>
      </dsp:nvSpPr>
      <dsp:spPr>
        <a:xfrm>
          <a:off x="3548436" y="763631"/>
          <a:ext cx="1958297" cy="1069200"/>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4996746"/>
              <a:satOff val="11878"/>
              <a:lumOff val="7974"/>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6000" tIns="0" rIns="0" bIns="0" numCol="1" spcCol="1270" anchor="t" anchorCtr="0">
          <a:noAutofit/>
        </a:bodyPr>
        <a:lstStyle/>
        <a:p>
          <a:pPr marL="0" lvl="1" indent="0" algn="ctr" defTabSz="985838">
            <a:lnSpc>
              <a:spcPct val="90000"/>
            </a:lnSpc>
            <a:spcBef>
              <a:spcPct val="0"/>
            </a:spcBef>
            <a:spcAft>
              <a:spcPct val="15000"/>
            </a:spcAft>
            <a:buClrTx/>
            <a:buSzTx/>
            <a:buFontTx/>
            <a:buNone/>
          </a:pPr>
          <a:r>
            <a:rPr kumimoji="0" lang="en-AU" sz="1200" b="1" i="0" u="none" strike="noStrike" kern="1200" cap="none" spc="0" normalizeH="0" baseline="0" noProof="0">
              <a:ln/>
              <a:effectLst/>
              <a:uLnTx/>
              <a:uFillTx/>
              <a:latin typeface="Calibri" panose="020F0502020204030204"/>
              <a:ea typeface="+mn-ea"/>
              <a:cs typeface="+mn-cs"/>
            </a:rPr>
            <a:t>Agile, Flexible, and Customer-Focused </a:t>
          </a:r>
          <a:r>
            <a:rPr kumimoji="0" lang="en-AU" sz="1200" b="0" i="0" u="none" strike="noStrike" kern="1200" cap="none" spc="0" normalizeH="0" baseline="0" noProof="0">
              <a:ln/>
              <a:effectLst/>
              <a:uLnTx/>
              <a:uFillTx/>
              <a:latin typeface="Calibri" panose="020F0502020204030204"/>
              <a:ea typeface="+mn-ea"/>
              <a:cs typeface="+mn-cs"/>
            </a:rPr>
            <a:t>— without the bureaucracy or inflated overheads</a:t>
          </a:r>
          <a:endParaRPr lang="en-AU" sz="1200" kern="1200"/>
        </a:p>
      </dsp:txBody>
      <dsp:txXfrm>
        <a:off x="3579752" y="794947"/>
        <a:ext cx="1895665" cy="1006568"/>
      </dsp:txXfrm>
    </dsp:sp>
    <dsp:sp modelId="{782F9C46-B0C7-4802-9154-A22CC2189B83}">
      <dsp:nvSpPr>
        <dsp:cNvPr id="0" name=""/>
        <dsp:cNvSpPr/>
      </dsp:nvSpPr>
      <dsp:spPr>
        <a:xfrm>
          <a:off x="5402507" y="160852"/>
          <a:ext cx="629366" cy="487559"/>
        </a:xfrm>
        <a:prstGeom prst="rightArrow">
          <a:avLst>
            <a:gd name="adj1" fmla="val 60000"/>
            <a:gd name="adj2" fmla="val 50000"/>
          </a:avLst>
        </a:prstGeom>
        <a:gradFill rotWithShape="0">
          <a:gsLst>
            <a:gs pos="0">
              <a:schemeClr val="accent3">
                <a:hueOff val="-7495118"/>
                <a:satOff val="17817"/>
                <a:lumOff val="11961"/>
                <a:alphaOff val="0"/>
                <a:satMod val="103000"/>
                <a:lumMod val="102000"/>
                <a:tint val="94000"/>
              </a:schemeClr>
            </a:gs>
            <a:gs pos="50000">
              <a:schemeClr val="accent3">
                <a:hueOff val="-7495118"/>
                <a:satOff val="17817"/>
                <a:lumOff val="11961"/>
                <a:alphaOff val="0"/>
                <a:satMod val="110000"/>
                <a:lumMod val="100000"/>
                <a:shade val="100000"/>
              </a:schemeClr>
            </a:gs>
            <a:gs pos="100000">
              <a:schemeClr val="accent3">
                <a:hueOff val="-7495118"/>
                <a:satOff val="17817"/>
                <a:lumOff val="11961"/>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AU" sz="500" kern="1200"/>
        </a:p>
      </dsp:txBody>
      <dsp:txXfrm>
        <a:off x="5402507" y="258364"/>
        <a:ext cx="483098" cy="292535"/>
      </dsp:txXfrm>
    </dsp:sp>
    <dsp:sp modelId="{38BD0386-BA4F-4507-A027-A9CB86CE60D4}">
      <dsp:nvSpPr>
        <dsp:cNvPr id="0" name=""/>
        <dsp:cNvSpPr/>
      </dsp:nvSpPr>
      <dsp:spPr>
        <a:xfrm>
          <a:off x="6293120" y="1977"/>
          <a:ext cx="1958297" cy="1207962"/>
        </a:xfrm>
        <a:prstGeom prst="roundRect">
          <a:avLst>
            <a:gd name="adj" fmla="val 10000"/>
          </a:avLst>
        </a:prstGeom>
        <a:gradFill rotWithShape="0">
          <a:gsLst>
            <a:gs pos="0">
              <a:schemeClr val="accent3">
                <a:hueOff val="-9993492"/>
                <a:satOff val="23755"/>
                <a:lumOff val="15948"/>
                <a:alphaOff val="0"/>
                <a:satMod val="103000"/>
                <a:lumMod val="102000"/>
                <a:tint val="94000"/>
              </a:schemeClr>
            </a:gs>
            <a:gs pos="50000">
              <a:schemeClr val="accent3">
                <a:hueOff val="-9993492"/>
                <a:satOff val="23755"/>
                <a:lumOff val="15948"/>
                <a:alphaOff val="0"/>
                <a:satMod val="110000"/>
                <a:lumMod val="100000"/>
                <a:shade val="100000"/>
              </a:schemeClr>
            </a:gs>
            <a:gs pos="100000">
              <a:schemeClr val="accent3">
                <a:hueOff val="-9993492"/>
                <a:satOff val="23755"/>
                <a:lumOff val="1594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ClrTx/>
            <a:buSzTx/>
            <a:buFontTx/>
            <a:buNone/>
          </a:pPr>
          <a:r>
            <a:rPr kumimoji="0" lang="en-AU" sz="1600" b="1" i="0" u="none" strike="noStrike" kern="1200" cap="none" spc="0" normalizeH="0" baseline="0" noProof="0">
              <a:ln/>
              <a:effectLst/>
              <a:uLnTx/>
              <a:uFillTx/>
              <a:latin typeface="Calibri" panose="020F0502020204030204"/>
              <a:ea typeface="+mn-ea"/>
              <a:cs typeface="+mn-cs"/>
            </a:rPr>
            <a:t>Local Engagement Manager</a:t>
          </a:r>
          <a:endParaRPr lang="en-AU" sz="1600" kern="1200"/>
        </a:p>
      </dsp:txBody>
      <dsp:txXfrm>
        <a:off x="6293120" y="1977"/>
        <a:ext cx="1958297" cy="805308"/>
      </dsp:txXfrm>
    </dsp:sp>
    <dsp:sp modelId="{0BD49798-1319-4CC2-840F-73C8FEDD3499}">
      <dsp:nvSpPr>
        <dsp:cNvPr id="0" name=""/>
        <dsp:cNvSpPr/>
      </dsp:nvSpPr>
      <dsp:spPr>
        <a:xfrm>
          <a:off x="6694217" y="763631"/>
          <a:ext cx="1958297" cy="1069200"/>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9993492"/>
              <a:satOff val="23755"/>
              <a:lumOff val="15948"/>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6000" tIns="0" rIns="0" bIns="0" numCol="1" spcCol="1270" anchor="t" anchorCtr="0">
          <a:noAutofit/>
        </a:bodyPr>
        <a:lstStyle/>
        <a:p>
          <a:pPr marL="114300" lvl="1" indent="-114300" algn="ctr" defTabSz="985838">
            <a:lnSpc>
              <a:spcPct val="90000"/>
            </a:lnSpc>
            <a:spcBef>
              <a:spcPct val="0"/>
            </a:spcBef>
            <a:spcAft>
              <a:spcPct val="15000"/>
            </a:spcAft>
            <a:buClrTx/>
            <a:buSzTx/>
            <a:buFontTx/>
            <a:buNone/>
          </a:pPr>
          <a:r>
            <a:rPr kumimoji="0" lang="en-AU" sz="1200" b="0" i="0" u="none" strike="noStrike" kern="1200" cap="none" spc="0" normalizeH="0" baseline="0" noProof="0">
              <a:ln/>
              <a:effectLst/>
              <a:uLnTx/>
              <a:uFillTx/>
              <a:latin typeface="Calibri" panose="020F0502020204030204"/>
              <a:ea typeface="+mn-ea"/>
              <a:cs typeface="+mn-cs"/>
            </a:rPr>
            <a:t>Supported by a </a:t>
          </a:r>
          <a:r>
            <a:rPr kumimoji="0" lang="en-AU" sz="1200" b="1" i="0" u="none" strike="noStrike" kern="1200" cap="none" spc="0" normalizeH="0" baseline="0" noProof="0">
              <a:ln/>
              <a:effectLst/>
              <a:uLnTx/>
              <a:uFillTx/>
              <a:latin typeface="Calibri" panose="020F0502020204030204"/>
              <a:ea typeface="+mn-ea"/>
              <a:cs typeface="+mn-cs"/>
            </a:rPr>
            <a:t>Dedicated Engagement Manager and Australian based Solution Consultants</a:t>
          </a:r>
          <a:r>
            <a:rPr kumimoji="0" lang="en-AU" sz="1200" b="0" i="0" u="none" strike="noStrike" kern="1200" cap="none" spc="0" normalizeH="0" baseline="0" noProof="0">
              <a:ln/>
              <a:effectLst/>
              <a:uLnTx/>
              <a:uFillTx/>
              <a:latin typeface="Calibri" panose="020F0502020204030204"/>
              <a:ea typeface="+mn-ea"/>
              <a:cs typeface="+mn-cs"/>
            </a:rPr>
            <a:t> to ensure responsive and tailored service delivery.</a:t>
          </a:r>
          <a:endParaRPr lang="en-AU" sz="1200" kern="1200"/>
        </a:p>
      </dsp:txBody>
      <dsp:txXfrm>
        <a:off x="6725533" y="794947"/>
        <a:ext cx="1895665" cy="1006568"/>
      </dsp:txXfrm>
    </dsp:sp>
    <dsp:sp modelId="{ED2B2345-FAAC-4E42-8C00-213AB7377398}">
      <dsp:nvSpPr>
        <dsp:cNvPr id="0" name=""/>
        <dsp:cNvSpPr/>
      </dsp:nvSpPr>
      <dsp:spPr>
        <a:xfrm>
          <a:off x="8548288" y="160852"/>
          <a:ext cx="629366" cy="487559"/>
        </a:xfrm>
        <a:prstGeom prst="rightArrow">
          <a:avLst>
            <a:gd name="adj1" fmla="val 60000"/>
            <a:gd name="adj2" fmla="val 50000"/>
          </a:avLst>
        </a:prstGeom>
        <a:gradFill rotWithShape="0">
          <a:gsLst>
            <a:gs pos="0">
              <a:schemeClr val="accent3">
                <a:hueOff val="-14990237"/>
                <a:satOff val="35633"/>
                <a:lumOff val="23922"/>
                <a:alphaOff val="0"/>
                <a:satMod val="103000"/>
                <a:lumMod val="102000"/>
                <a:tint val="94000"/>
              </a:schemeClr>
            </a:gs>
            <a:gs pos="50000">
              <a:schemeClr val="accent3">
                <a:hueOff val="-14990237"/>
                <a:satOff val="35633"/>
                <a:lumOff val="23922"/>
                <a:alphaOff val="0"/>
                <a:satMod val="110000"/>
                <a:lumMod val="100000"/>
                <a:shade val="100000"/>
              </a:schemeClr>
            </a:gs>
            <a:gs pos="100000">
              <a:schemeClr val="accent3">
                <a:hueOff val="-14990237"/>
                <a:satOff val="35633"/>
                <a:lumOff val="23922"/>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AU" sz="500" kern="1200"/>
        </a:p>
      </dsp:txBody>
      <dsp:txXfrm>
        <a:off x="8548288" y="258364"/>
        <a:ext cx="483098" cy="292535"/>
      </dsp:txXfrm>
    </dsp:sp>
    <dsp:sp modelId="{CD6EB883-4522-4E1E-8E39-7D13765D6469}">
      <dsp:nvSpPr>
        <dsp:cNvPr id="0" name=""/>
        <dsp:cNvSpPr/>
      </dsp:nvSpPr>
      <dsp:spPr>
        <a:xfrm>
          <a:off x="9438900" y="1977"/>
          <a:ext cx="1958297" cy="1207962"/>
        </a:xfrm>
        <a:prstGeom prst="roundRect">
          <a:avLst>
            <a:gd name="adj" fmla="val 10000"/>
          </a:avLst>
        </a:prstGeom>
        <a:gradFill rotWithShape="0">
          <a:gsLst>
            <a:gs pos="0">
              <a:schemeClr val="accent3">
                <a:hueOff val="-14990237"/>
                <a:satOff val="35633"/>
                <a:lumOff val="23922"/>
                <a:alphaOff val="0"/>
                <a:satMod val="103000"/>
                <a:lumMod val="102000"/>
                <a:tint val="94000"/>
              </a:schemeClr>
            </a:gs>
            <a:gs pos="50000">
              <a:schemeClr val="accent3">
                <a:hueOff val="-14990237"/>
                <a:satOff val="35633"/>
                <a:lumOff val="23922"/>
                <a:alphaOff val="0"/>
                <a:satMod val="110000"/>
                <a:lumMod val="100000"/>
                <a:shade val="100000"/>
              </a:schemeClr>
            </a:gs>
            <a:gs pos="100000">
              <a:schemeClr val="accent3">
                <a:hueOff val="-14990237"/>
                <a:satOff val="35633"/>
                <a:lumOff val="2392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ClrTx/>
            <a:buSzTx/>
            <a:buFontTx/>
            <a:buNone/>
          </a:pPr>
          <a:r>
            <a:rPr kumimoji="0" lang="en-AU" sz="1600" b="1" i="0" u="none" strike="noStrike" kern="1200" cap="none" spc="0" normalizeH="0" baseline="0" noProof="0">
              <a:ln/>
              <a:effectLst/>
              <a:uLnTx/>
              <a:uFillTx/>
              <a:latin typeface="Calibri" panose="020F0502020204030204"/>
              <a:ea typeface="+mn-ea"/>
              <a:cs typeface="+mn-cs"/>
            </a:rPr>
            <a:t>Direct Access to Our CEO</a:t>
          </a:r>
          <a:endParaRPr lang="en-AU" sz="1600" kern="1200"/>
        </a:p>
      </dsp:txBody>
      <dsp:txXfrm>
        <a:off x="9438900" y="1977"/>
        <a:ext cx="1958297" cy="805308"/>
      </dsp:txXfrm>
    </dsp:sp>
    <dsp:sp modelId="{051E89F8-0B16-4021-98CD-4780F0F304DD}">
      <dsp:nvSpPr>
        <dsp:cNvPr id="0" name=""/>
        <dsp:cNvSpPr/>
      </dsp:nvSpPr>
      <dsp:spPr>
        <a:xfrm>
          <a:off x="9839998" y="763631"/>
          <a:ext cx="1958297" cy="1069200"/>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14990237"/>
              <a:satOff val="35633"/>
              <a:lumOff val="23922"/>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6000" tIns="0" rIns="0" bIns="0" numCol="1" spcCol="1270" anchor="t" anchorCtr="0">
          <a:noAutofit/>
        </a:bodyPr>
        <a:lstStyle/>
        <a:p>
          <a:pPr marL="114300" lvl="1" indent="-114300" algn="ctr" defTabSz="533400">
            <a:lnSpc>
              <a:spcPct val="90000"/>
            </a:lnSpc>
            <a:spcBef>
              <a:spcPct val="0"/>
            </a:spcBef>
            <a:spcAft>
              <a:spcPct val="15000"/>
            </a:spcAft>
            <a:buClrTx/>
            <a:buSzTx/>
            <a:buFontTx/>
            <a:buNone/>
          </a:pPr>
          <a:r>
            <a:rPr kumimoji="0" lang="en-AU" sz="1200" b="1" i="0" u="none" strike="noStrike" kern="1200" cap="none" spc="0" normalizeH="0" baseline="0" noProof="0">
              <a:ln/>
              <a:effectLst/>
              <a:uLnTx/>
              <a:uFillTx/>
              <a:latin typeface="Calibri" panose="020F0502020204030204"/>
              <a:ea typeface="+mn-ea"/>
              <a:cs typeface="+mn-cs"/>
            </a:rPr>
            <a:t>Escalation</a:t>
          </a:r>
          <a:r>
            <a:rPr kumimoji="0" lang="en-AU" sz="1200" b="0" i="0" u="none" strike="noStrike" kern="1200" cap="none" spc="0" normalizeH="0" baseline="0" noProof="0">
              <a:ln/>
              <a:effectLst/>
              <a:uLnTx/>
              <a:uFillTx/>
              <a:latin typeface="Calibri" panose="020F0502020204030204"/>
              <a:ea typeface="+mn-ea"/>
              <a:cs typeface="+mn-cs"/>
            </a:rPr>
            <a:t> directly to the CEO for </a:t>
          </a:r>
          <a:r>
            <a:rPr kumimoji="0" lang="en-AU" sz="1200" b="1" i="0" u="none" strike="noStrike" kern="1200" cap="none" spc="0" normalizeH="0" baseline="0" noProof="0">
              <a:ln/>
              <a:effectLst/>
              <a:uLnTx/>
              <a:uFillTx/>
              <a:latin typeface="Calibri" panose="020F0502020204030204"/>
              <a:ea typeface="+mn-ea"/>
              <a:cs typeface="+mn-cs"/>
            </a:rPr>
            <a:t>faster decision-making and resolution</a:t>
          </a:r>
          <a:r>
            <a:rPr kumimoji="0" lang="en-AU" sz="1200" b="0" i="0" u="none" strike="noStrike" kern="1200" cap="none" spc="0" normalizeH="0" baseline="0" noProof="0">
              <a:ln/>
              <a:effectLst/>
              <a:uLnTx/>
              <a:uFillTx/>
              <a:latin typeface="Calibri" panose="020F0502020204030204"/>
              <a:ea typeface="+mn-ea"/>
              <a:cs typeface="+mn-cs"/>
            </a:rPr>
            <a:t> of critical issues impacting your business.</a:t>
          </a:r>
          <a:endParaRPr lang="en-AU" sz="1200" kern="1200"/>
        </a:p>
      </dsp:txBody>
      <dsp:txXfrm>
        <a:off x="9871314" y="794947"/>
        <a:ext cx="1895665" cy="10065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E7F5C7-253B-4FA4-A5BE-36592AF98BC3}">
      <dsp:nvSpPr>
        <dsp:cNvPr id="0" name=""/>
        <dsp:cNvSpPr/>
      </dsp:nvSpPr>
      <dsp:spPr>
        <a:xfrm>
          <a:off x="3318" y="218669"/>
          <a:ext cx="1762918" cy="57773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AU" sz="1600" b="1" kern="1200"/>
            <a:t>Service Scope</a:t>
          </a:r>
        </a:p>
      </dsp:txBody>
      <dsp:txXfrm>
        <a:off x="3318" y="218669"/>
        <a:ext cx="1762918" cy="577734"/>
      </dsp:txXfrm>
    </dsp:sp>
    <dsp:sp modelId="{8E9E018C-E081-431F-B2C0-B099AE2A82DF}">
      <dsp:nvSpPr>
        <dsp:cNvPr id="0" name=""/>
        <dsp:cNvSpPr/>
      </dsp:nvSpPr>
      <dsp:spPr>
        <a:xfrm>
          <a:off x="3318" y="796403"/>
          <a:ext cx="1762918" cy="368379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Payroll Processing</a:t>
          </a:r>
          <a:r>
            <a:rPr lang="en-US" sz="1100" b="0" i="0" kern="1200"/>
            <a:t> (monthly, fortnightly, weekly): Earnings, deductions, tax, superannuation</a:t>
          </a:r>
          <a:endParaRPr lang="en-AU" sz="1100" kern="1200"/>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Compliance</a:t>
          </a:r>
          <a:r>
            <a:rPr lang="en-US" sz="1100" b="0" i="0" kern="1200"/>
            <a:t>: Fair Work, ATO STP, Superannuation Guarantee, NES adherence</a:t>
          </a:r>
        </a:p>
        <a:p>
          <a:pPr marL="57150" lvl="1" indent="-57150" algn="l" defTabSz="488950">
            <a:lnSpc>
              <a:spcPct val="90000"/>
            </a:lnSpc>
            <a:spcBef>
              <a:spcPct val="0"/>
            </a:spcBef>
            <a:spcAft>
              <a:spcPct val="15000"/>
            </a:spcAft>
            <a:buFont typeface="Arial" panose="020B0604020202020204" pitchFamily="34" charset="0"/>
            <a:buChar char="•"/>
          </a:pPr>
          <a:r>
            <a:rPr lang="en-AU" sz="1100" b="1" i="0" kern="1200"/>
            <a:t>Employee Lifecycle Updates</a:t>
          </a:r>
          <a:r>
            <a:rPr lang="en-AU" sz="1100" b="0" i="0" kern="1200"/>
            <a:t>: Hires, terminations, employee lifecycle changes</a:t>
          </a:r>
        </a:p>
        <a:p>
          <a:pPr marL="57150" lvl="1" indent="-57150" algn="l" defTabSz="488950">
            <a:lnSpc>
              <a:spcPct val="90000"/>
            </a:lnSpc>
            <a:spcBef>
              <a:spcPct val="0"/>
            </a:spcBef>
            <a:spcAft>
              <a:spcPct val="15000"/>
            </a:spcAft>
            <a:buFont typeface="Arial" panose="020B0604020202020204" pitchFamily="34" charset="0"/>
            <a:buChar char="•"/>
          </a:pPr>
          <a:r>
            <a:rPr lang="en-AU" sz="1100" b="1" i="0" kern="1200"/>
            <a:t>Leave &amp; Absence Management</a:t>
          </a:r>
          <a:r>
            <a:rPr lang="en-AU" sz="1100" b="0" i="0" kern="1200"/>
            <a:t>: Entitlements, accruals, payouts</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Year-End Processing</a:t>
          </a:r>
          <a:r>
            <a:rPr lang="en-US" sz="1100" b="0" i="0" kern="1200"/>
            <a:t>: income statements, reconciliations</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Reporting &amp; Analytics</a:t>
          </a:r>
          <a:r>
            <a:rPr lang="en-US" sz="1100" b="0" i="0" kern="1200"/>
            <a:t>: Payroll reports, GL extracts, compliance metrics</a:t>
          </a:r>
        </a:p>
      </dsp:txBody>
      <dsp:txXfrm>
        <a:off x="3318" y="796403"/>
        <a:ext cx="1762918" cy="3683790"/>
      </dsp:txXfrm>
    </dsp:sp>
    <dsp:sp modelId="{14A143CD-0770-40E2-8369-E7449A88A040}">
      <dsp:nvSpPr>
        <dsp:cNvPr id="0" name=""/>
        <dsp:cNvSpPr/>
      </dsp:nvSpPr>
      <dsp:spPr>
        <a:xfrm>
          <a:off x="2013044" y="218669"/>
          <a:ext cx="1762918" cy="577734"/>
        </a:xfrm>
        <a:prstGeom prst="rect">
          <a:avLst/>
        </a:prstGeom>
        <a:gradFill rotWithShape="0">
          <a:gsLst>
            <a:gs pos="0">
              <a:schemeClr val="accent3">
                <a:hueOff val="-2998047"/>
                <a:satOff val="7127"/>
                <a:lumOff val="4784"/>
                <a:alphaOff val="0"/>
                <a:satMod val="103000"/>
                <a:lumMod val="102000"/>
                <a:tint val="94000"/>
              </a:schemeClr>
            </a:gs>
            <a:gs pos="50000">
              <a:schemeClr val="accent3">
                <a:hueOff val="-2998047"/>
                <a:satOff val="7127"/>
                <a:lumOff val="4784"/>
                <a:alphaOff val="0"/>
                <a:satMod val="110000"/>
                <a:lumMod val="100000"/>
                <a:shade val="100000"/>
              </a:schemeClr>
            </a:gs>
            <a:gs pos="100000">
              <a:schemeClr val="accent3">
                <a:hueOff val="-2998047"/>
                <a:satOff val="7127"/>
                <a:lumOff val="4784"/>
                <a:alphaOff val="0"/>
                <a:lumMod val="99000"/>
                <a:satMod val="120000"/>
                <a:shade val="78000"/>
              </a:schemeClr>
            </a:gs>
          </a:gsLst>
          <a:lin ang="5400000" scaled="0"/>
        </a:gradFill>
        <a:ln w="6350" cap="flat" cmpd="sng" algn="ctr">
          <a:solidFill>
            <a:schemeClr val="accent3">
              <a:hueOff val="-2998047"/>
              <a:satOff val="7127"/>
              <a:lumOff val="4784"/>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AU" sz="1600" b="1" kern="1200"/>
            <a:t>Delivery Model</a:t>
          </a:r>
        </a:p>
      </dsp:txBody>
      <dsp:txXfrm>
        <a:off x="2013044" y="218669"/>
        <a:ext cx="1762918" cy="577734"/>
      </dsp:txXfrm>
    </dsp:sp>
    <dsp:sp modelId="{02714BAA-C4EF-4DF9-91A2-93F9B23C82BD}">
      <dsp:nvSpPr>
        <dsp:cNvPr id="0" name=""/>
        <dsp:cNvSpPr/>
      </dsp:nvSpPr>
      <dsp:spPr>
        <a:xfrm>
          <a:off x="2013044" y="796403"/>
          <a:ext cx="1762918" cy="3683790"/>
        </a:xfrm>
        <a:prstGeom prst="rect">
          <a:avLst/>
        </a:prstGeom>
        <a:solidFill>
          <a:schemeClr val="accent3">
            <a:tint val="40000"/>
            <a:alpha val="90000"/>
            <a:hueOff val="-2976962"/>
            <a:satOff val="11505"/>
            <a:lumOff val="1278"/>
            <a:alphaOff val="0"/>
          </a:schemeClr>
        </a:solidFill>
        <a:ln w="6350" cap="flat" cmpd="sng" algn="ctr">
          <a:solidFill>
            <a:schemeClr val="accent3">
              <a:tint val="40000"/>
              <a:alpha val="90000"/>
              <a:hueOff val="-2976962"/>
              <a:satOff val="11505"/>
              <a:lumOff val="1278"/>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Onshore Payroll SMEs</a:t>
          </a:r>
          <a:r>
            <a:rPr lang="en-US" sz="1100" b="0" i="0" kern="1200"/>
            <a:t>: Based in Australia for compliance and governance</a:t>
          </a:r>
          <a:endParaRPr lang="en-AU" sz="1100" kern="1200"/>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Offshore/Hybrid Ops Team</a:t>
          </a:r>
          <a:r>
            <a:rPr lang="en-US" sz="1100" b="0" i="0" kern="1200"/>
            <a:t> (optional): Transactional processing for scale and cost-efficiency</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Integration Managed Services</a:t>
          </a:r>
          <a:r>
            <a:rPr lang="en-US" sz="1100" b="0" i="0" kern="1200"/>
            <a:t>: Support for interfaces with HR, finance, banking, ATO, super funds</a:t>
          </a:r>
        </a:p>
        <a:p>
          <a:pPr marL="57150" lvl="1" indent="-57150" algn="l" defTabSz="488950">
            <a:lnSpc>
              <a:spcPct val="90000"/>
            </a:lnSpc>
            <a:spcBef>
              <a:spcPct val="0"/>
            </a:spcBef>
            <a:spcAft>
              <a:spcPct val="15000"/>
            </a:spcAft>
            <a:buFont typeface="Arial" panose="020B0604020202020204" pitchFamily="34" charset="0"/>
            <a:buChar char="•"/>
          </a:pPr>
          <a:r>
            <a:rPr lang="en-AU" sz="1100" b="1" i="0" kern="1200"/>
            <a:t>Helpdesk Support</a:t>
          </a:r>
          <a:r>
            <a:rPr lang="en-AU" sz="1100" b="0" i="0" kern="1200"/>
            <a:t>: Tier 1 (queries), Tier 2 (exception handling)</a:t>
          </a:r>
          <a:endParaRPr lang="en-US" sz="1100" b="0" i="0" kern="1200"/>
        </a:p>
      </dsp:txBody>
      <dsp:txXfrm>
        <a:off x="2013044" y="796403"/>
        <a:ext cx="1762918" cy="3683790"/>
      </dsp:txXfrm>
    </dsp:sp>
    <dsp:sp modelId="{6633B486-274D-4EEC-AABC-B8EACA8D7DFC}">
      <dsp:nvSpPr>
        <dsp:cNvPr id="0" name=""/>
        <dsp:cNvSpPr/>
      </dsp:nvSpPr>
      <dsp:spPr>
        <a:xfrm>
          <a:off x="4022771" y="218669"/>
          <a:ext cx="1762918" cy="577734"/>
        </a:xfrm>
        <a:prstGeom prst="rect">
          <a:avLst/>
        </a:prstGeom>
        <a:gradFill rotWithShape="0">
          <a:gsLst>
            <a:gs pos="0">
              <a:schemeClr val="accent3">
                <a:hueOff val="-5996095"/>
                <a:satOff val="14253"/>
                <a:lumOff val="9569"/>
                <a:alphaOff val="0"/>
                <a:satMod val="103000"/>
                <a:lumMod val="102000"/>
                <a:tint val="94000"/>
              </a:schemeClr>
            </a:gs>
            <a:gs pos="50000">
              <a:schemeClr val="accent3">
                <a:hueOff val="-5996095"/>
                <a:satOff val="14253"/>
                <a:lumOff val="9569"/>
                <a:alphaOff val="0"/>
                <a:satMod val="110000"/>
                <a:lumMod val="100000"/>
                <a:shade val="100000"/>
              </a:schemeClr>
            </a:gs>
            <a:gs pos="100000">
              <a:schemeClr val="accent3">
                <a:hueOff val="-5996095"/>
                <a:satOff val="14253"/>
                <a:lumOff val="9569"/>
                <a:alphaOff val="0"/>
                <a:lumMod val="99000"/>
                <a:satMod val="120000"/>
                <a:shade val="78000"/>
              </a:schemeClr>
            </a:gs>
          </a:gsLst>
          <a:lin ang="5400000" scaled="0"/>
        </a:gradFill>
        <a:ln w="6350" cap="flat" cmpd="sng" algn="ctr">
          <a:solidFill>
            <a:schemeClr val="accent3">
              <a:hueOff val="-5996095"/>
              <a:satOff val="14253"/>
              <a:lumOff val="9569"/>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AU" sz="1600" b="1" kern="1200"/>
            <a:t>Governance Structure</a:t>
          </a:r>
        </a:p>
      </dsp:txBody>
      <dsp:txXfrm>
        <a:off x="4022771" y="218669"/>
        <a:ext cx="1762918" cy="577734"/>
      </dsp:txXfrm>
    </dsp:sp>
    <dsp:sp modelId="{494D58E2-BBF3-4B3B-BA47-87BF30E6416D}">
      <dsp:nvSpPr>
        <dsp:cNvPr id="0" name=""/>
        <dsp:cNvSpPr/>
      </dsp:nvSpPr>
      <dsp:spPr>
        <a:xfrm>
          <a:off x="4022771" y="796403"/>
          <a:ext cx="1762918" cy="3683790"/>
        </a:xfrm>
        <a:prstGeom prst="rect">
          <a:avLst/>
        </a:prstGeom>
        <a:solidFill>
          <a:schemeClr val="accent3">
            <a:tint val="40000"/>
            <a:alpha val="90000"/>
            <a:hueOff val="-5953925"/>
            <a:satOff val="23010"/>
            <a:lumOff val="2555"/>
            <a:alphaOff val="0"/>
          </a:schemeClr>
        </a:solidFill>
        <a:ln w="6350" cap="flat" cmpd="sng" algn="ctr">
          <a:solidFill>
            <a:schemeClr val="accent3">
              <a:tint val="40000"/>
              <a:alpha val="90000"/>
              <a:hueOff val="-5953925"/>
              <a:satOff val="23010"/>
              <a:lumOff val="2555"/>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Client Governance Lead</a:t>
          </a:r>
          <a:r>
            <a:rPr lang="en-US" sz="1100" b="0" i="0" kern="1200"/>
            <a:t>: Escalation point and strategic oversight</a:t>
          </a:r>
          <a:endParaRPr lang="en-AU" sz="1100" kern="1200"/>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Payroll Delivery Manager (Mivada)</a:t>
          </a:r>
          <a:r>
            <a:rPr lang="en-US" sz="1100" b="0" i="0" kern="1200"/>
            <a:t>: Accountable for end-to-end service</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Service Delivery Team</a:t>
          </a:r>
          <a:r>
            <a:rPr lang="en-US" sz="1100" b="0" i="0" kern="1200"/>
            <a:t>: Processing, validations, exception handling</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Weekly Ops Review</a:t>
          </a:r>
          <a:r>
            <a:rPr lang="en-US" sz="1100" b="0" i="0" kern="1200"/>
            <a:t>: SLA performance, issue resolution, payroll calendar review</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Monthly Governance Review</a:t>
          </a:r>
          <a:r>
            <a:rPr lang="en-US" sz="1100" b="0" i="0" kern="1200"/>
            <a:t>: Compliance, changes, risks, improvements</a:t>
          </a:r>
        </a:p>
      </dsp:txBody>
      <dsp:txXfrm>
        <a:off x="4022771" y="796403"/>
        <a:ext cx="1762918" cy="3683790"/>
      </dsp:txXfrm>
    </dsp:sp>
    <dsp:sp modelId="{3DCAD9E1-25C3-4B16-8B5F-44ECD6BDC3FC}">
      <dsp:nvSpPr>
        <dsp:cNvPr id="0" name=""/>
        <dsp:cNvSpPr/>
      </dsp:nvSpPr>
      <dsp:spPr>
        <a:xfrm>
          <a:off x="6032497" y="218669"/>
          <a:ext cx="1762918" cy="577734"/>
        </a:xfrm>
        <a:prstGeom prst="rect">
          <a:avLst/>
        </a:prstGeom>
        <a:gradFill rotWithShape="0">
          <a:gsLst>
            <a:gs pos="0">
              <a:schemeClr val="accent3">
                <a:hueOff val="-8994142"/>
                <a:satOff val="21380"/>
                <a:lumOff val="14353"/>
                <a:alphaOff val="0"/>
                <a:satMod val="103000"/>
                <a:lumMod val="102000"/>
                <a:tint val="94000"/>
              </a:schemeClr>
            </a:gs>
            <a:gs pos="50000">
              <a:schemeClr val="accent3">
                <a:hueOff val="-8994142"/>
                <a:satOff val="21380"/>
                <a:lumOff val="14353"/>
                <a:alphaOff val="0"/>
                <a:satMod val="110000"/>
                <a:lumMod val="100000"/>
                <a:shade val="100000"/>
              </a:schemeClr>
            </a:gs>
            <a:gs pos="100000">
              <a:schemeClr val="accent3">
                <a:hueOff val="-8994142"/>
                <a:satOff val="21380"/>
                <a:lumOff val="14353"/>
                <a:alphaOff val="0"/>
                <a:lumMod val="99000"/>
                <a:satMod val="120000"/>
                <a:shade val="78000"/>
              </a:schemeClr>
            </a:gs>
          </a:gsLst>
          <a:lin ang="5400000" scaled="0"/>
        </a:gradFill>
        <a:ln w="6350" cap="flat" cmpd="sng" algn="ctr">
          <a:solidFill>
            <a:schemeClr val="accent3">
              <a:hueOff val="-8994142"/>
              <a:satOff val="21380"/>
              <a:lumOff val="14353"/>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AU" sz="1600" b="1" kern="1200"/>
            <a:t>Service Levels (SLAs &amp; KPIs)</a:t>
          </a:r>
          <a:endParaRPr lang="en-US" sz="1600" b="1" i="0" kern="1200"/>
        </a:p>
      </dsp:txBody>
      <dsp:txXfrm>
        <a:off x="6032497" y="218669"/>
        <a:ext cx="1762918" cy="577734"/>
      </dsp:txXfrm>
    </dsp:sp>
    <dsp:sp modelId="{4A163A78-541F-4703-87BB-B7B6F543B860}">
      <dsp:nvSpPr>
        <dsp:cNvPr id="0" name=""/>
        <dsp:cNvSpPr/>
      </dsp:nvSpPr>
      <dsp:spPr>
        <a:xfrm>
          <a:off x="6032497" y="796403"/>
          <a:ext cx="1762918" cy="3683790"/>
        </a:xfrm>
        <a:prstGeom prst="rect">
          <a:avLst/>
        </a:prstGeom>
        <a:solidFill>
          <a:schemeClr val="accent3">
            <a:tint val="40000"/>
            <a:alpha val="90000"/>
            <a:hueOff val="-8930888"/>
            <a:satOff val="34515"/>
            <a:lumOff val="3833"/>
            <a:alphaOff val="0"/>
          </a:schemeClr>
        </a:solidFill>
        <a:ln w="6350" cap="flat" cmpd="sng" algn="ctr">
          <a:solidFill>
            <a:schemeClr val="accent3">
              <a:tint val="40000"/>
              <a:alpha val="90000"/>
              <a:hueOff val="-8930888"/>
              <a:satOff val="34515"/>
              <a:lumOff val="3833"/>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AU" sz="1100" b="1" i="0" kern="1200"/>
            <a:t>Payroll Accuracy</a:t>
          </a:r>
          <a:r>
            <a:rPr lang="en-AU" sz="1100" b="0" i="0" kern="1200"/>
            <a:t>: &gt;99.5%</a:t>
          </a:r>
          <a:endParaRPr lang="en-US" sz="1100" b="0" i="0" kern="1200"/>
        </a:p>
        <a:p>
          <a:pPr marL="57150" lvl="1" indent="-57150" algn="l" defTabSz="488950">
            <a:lnSpc>
              <a:spcPct val="90000"/>
            </a:lnSpc>
            <a:spcBef>
              <a:spcPct val="0"/>
            </a:spcBef>
            <a:spcAft>
              <a:spcPct val="15000"/>
            </a:spcAft>
            <a:buFont typeface="Arial" panose="020B0604020202020204" pitchFamily="34" charset="0"/>
            <a:buChar char="•"/>
          </a:pPr>
          <a:r>
            <a:rPr lang="en-AU" sz="1100" b="1" i="0" kern="1200"/>
            <a:t>On-Time Payroll Processing</a:t>
          </a:r>
          <a:r>
            <a:rPr lang="en-AU" sz="1100" b="0" i="0" kern="1200"/>
            <a:t>: 100%</a:t>
          </a:r>
        </a:p>
        <a:p>
          <a:pPr marL="57150" lvl="1" indent="-57150" algn="l" defTabSz="488950">
            <a:lnSpc>
              <a:spcPct val="90000"/>
            </a:lnSpc>
            <a:spcBef>
              <a:spcPct val="0"/>
            </a:spcBef>
            <a:spcAft>
              <a:spcPct val="15000"/>
            </a:spcAft>
            <a:buFont typeface="Arial" panose="020B0604020202020204" pitchFamily="34" charset="0"/>
            <a:buChar char="•"/>
          </a:pPr>
          <a:r>
            <a:rPr lang="en-AU" sz="1100" b="1" i="0" kern="1200"/>
            <a:t>STP Filing Timeliness</a:t>
          </a:r>
          <a:r>
            <a:rPr lang="en-AU" sz="1100" b="0" i="0" kern="1200"/>
            <a:t>: 100%</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Query Resolution Time</a:t>
          </a:r>
          <a:r>
            <a:rPr lang="en-US" sz="1100" b="0" i="0" kern="1200"/>
            <a:t>: &lt;2 business days</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Compliance Updates Applied</a:t>
          </a:r>
          <a:r>
            <a:rPr lang="en-US" sz="1100" b="0" i="0" kern="1200"/>
            <a:t>: Within 5 working days of regulatory change</a:t>
          </a:r>
        </a:p>
      </dsp:txBody>
      <dsp:txXfrm>
        <a:off x="6032497" y="796403"/>
        <a:ext cx="1762918" cy="3683790"/>
      </dsp:txXfrm>
    </dsp:sp>
    <dsp:sp modelId="{54E15D8B-3301-416F-951F-BF3A326B138A}">
      <dsp:nvSpPr>
        <dsp:cNvPr id="0" name=""/>
        <dsp:cNvSpPr/>
      </dsp:nvSpPr>
      <dsp:spPr>
        <a:xfrm>
          <a:off x="8042224" y="218669"/>
          <a:ext cx="1762918" cy="577734"/>
        </a:xfrm>
        <a:prstGeom prst="rect">
          <a:avLst/>
        </a:prstGeom>
        <a:gradFill rotWithShape="0">
          <a:gsLst>
            <a:gs pos="0">
              <a:schemeClr val="accent3">
                <a:hueOff val="-11992190"/>
                <a:satOff val="28506"/>
                <a:lumOff val="19138"/>
                <a:alphaOff val="0"/>
                <a:satMod val="103000"/>
                <a:lumMod val="102000"/>
                <a:tint val="94000"/>
              </a:schemeClr>
            </a:gs>
            <a:gs pos="50000">
              <a:schemeClr val="accent3">
                <a:hueOff val="-11992190"/>
                <a:satOff val="28506"/>
                <a:lumOff val="19138"/>
                <a:alphaOff val="0"/>
                <a:satMod val="110000"/>
                <a:lumMod val="100000"/>
                <a:shade val="100000"/>
              </a:schemeClr>
            </a:gs>
            <a:gs pos="100000">
              <a:schemeClr val="accent3">
                <a:hueOff val="-11992190"/>
                <a:satOff val="28506"/>
                <a:lumOff val="19138"/>
                <a:alphaOff val="0"/>
                <a:lumMod val="99000"/>
                <a:satMod val="120000"/>
                <a:shade val="78000"/>
              </a:schemeClr>
            </a:gs>
          </a:gsLst>
          <a:lin ang="5400000" scaled="0"/>
        </a:gradFill>
        <a:ln w="6350" cap="flat" cmpd="sng" algn="ctr">
          <a:solidFill>
            <a:schemeClr val="accent3">
              <a:hueOff val="-11992190"/>
              <a:satOff val="28506"/>
              <a:lumOff val="19138"/>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AU" sz="1600" b="1" kern="1200"/>
            <a:t>Compliance &amp; Risk Management</a:t>
          </a:r>
        </a:p>
      </dsp:txBody>
      <dsp:txXfrm>
        <a:off x="8042224" y="218669"/>
        <a:ext cx="1762918" cy="577734"/>
      </dsp:txXfrm>
    </dsp:sp>
    <dsp:sp modelId="{BBF6DC0A-1B48-4836-ACEA-7A3B45E160F1}">
      <dsp:nvSpPr>
        <dsp:cNvPr id="0" name=""/>
        <dsp:cNvSpPr/>
      </dsp:nvSpPr>
      <dsp:spPr>
        <a:xfrm>
          <a:off x="8042224" y="796403"/>
          <a:ext cx="1762918" cy="3683790"/>
        </a:xfrm>
        <a:prstGeom prst="rect">
          <a:avLst/>
        </a:prstGeom>
        <a:solidFill>
          <a:schemeClr val="accent3">
            <a:tint val="40000"/>
            <a:alpha val="90000"/>
            <a:hueOff val="-11907849"/>
            <a:satOff val="46020"/>
            <a:lumOff val="5110"/>
            <a:alphaOff val="0"/>
          </a:schemeClr>
        </a:solidFill>
        <a:ln w="6350" cap="flat" cmpd="sng" algn="ctr">
          <a:solidFill>
            <a:schemeClr val="accent3">
              <a:tint val="40000"/>
              <a:alpha val="90000"/>
              <a:hueOff val="-11907849"/>
              <a:satOff val="46020"/>
              <a:lumOff val="511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STP Reporting to ATO</a:t>
          </a:r>
          <a:r>
            <a:rPr lang="en-US" sz="1100" b="0" i="0" kern="1200"/>
            <a:t>: Managed and reconciled each pay run</a:t>
          </a:r>
          <a:endParaRPr lang="en-AU" sz="1100" kern="1200"/>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Superannuation Processing</a:t>
          </a:r>
          <a:r>
            <a:rPr lang="en-US" sz="1100" b="0" i="0" kern="1200"/>
            <a:t>: Per statutory schedule (SG and voluntary) </a:t>
          </a:r>
          <a:r>
            <a:rPr lang="en-US" sz="1100" b="0" i="0" kern="1200" err="1"/>
            <a:t>PayDay</a:t>
          </a:r>
          <a:r>
            <a:rPr lang="en-US" sz="1100" b="0" i="0" kern="1200"/>
            <a:t> Super </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Fair Work Compliance Checks</a:t>
          </a:r>
          <a:r>
            <a:rPr lang="en-US" sz="1100" b="0" i="0" kern="1200"/>
            <a:t>: Pay rates, entitlements, NES compliance</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Audit Trails</a:t>
          </a:r>
          <a:r>
            <a:rPr lang="en-US" sz="1100" b="0" i="0" kern="1200"/>
            <a:t>: For all payroll actions and corrections</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Data Security &amp; Privacy</a:t>
          </a:r>
          <a:r>
            <a:rPr lang="en-US" sz="1100" b="0" i="0" kern="1200"/>
            <a:t>: Aligned with Australian Privacy Principles (APPs)</a:t>
          </a:r>
        </a:p>
      </dsp:txBody>
      <dsp:txXfrm>
        <a:off x="8042224" y="796403"/>
        <a:ext cx="1762918" cy="3683790"/>
      </dsp:txXfrm>
    </dsp:sp>
    <dsp:sp modelId="{EBFAC12C-84E2-43CB-9850-50063A1D4200}">
      <dsp:nvSpPr>
        <dsp:cNvPr id="0" name=""/>
        <dsp:cNvSpPr/>
      </dsp:nvSpPr>
      <dsp:spPr>
        <a:xfrm>
          <a:off x="10051950" y="218669"/>
          <a:ext cx="1762918" cy="577734"/>
        </a:xfrm>
        <a:prstGeom prst="rect">
          <a:avLst/>
        </a:prstGeom>
        <a:gradFill rotWithShape="0">
          <a:gsLst>
            <a:gs pos="0">
              <a:schemeClr val="accent3">
                <a:hueOff val="-14990237"/>
                <a:satOff val="35633"/>
                <a:lumOff val="23922"/>
                <a:alphaOff val="0"/>
                <a:satMod val="103000"/>
                <a:lumMod val="102000"/>
                <a:tint val="94000"/>
              </a:schemeClr>
            </a:gs>
            <a:gs pos="50000">
              <a:schemeClr val="accent3">
                <a:hueOff val="-14990237"/>
                <a:satOff val="35633"/>
                <a:lumOff val="23922"/>
                <a:alphaOff val="0"/>
                <a:satMod val="110000"/>
                <a:lumMod val="100000"/>
                <a:shade val="100000"/>
              </a:schemeClr>
            </a:gs>
            <a:gs pos="100000">
              <a:schemeClr val="accent3">
                <a:hueOff val="-14990237"/>
                <a:satOff val="35633"/>
                <a:lumOff val="23922"/>
                <a:alphaOff val="0"/>
                <a:lumMod val="99000"/>
                <a:satMod val="120000"/>
                <a:shade val="78000"/>
              </a:schemeClr>
            </a:gs>
          </a:gsLst>
          <a:lin ang="5400000" scaled="0"/>
        </a:gradFill>
        <a:ln w="6350" cap="flat" cmpd="sng" algn="ctr">
          <a:solidFill>
            <a:schemeClr val="accent3">
              <a:hueOff val="-14990237"/>
              <a:satOff val="35633"/>
              <a:lumOff val="23922"/>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AU" sz="1600" b="1" kern="1200"/>
            <a:t>Technology &amp; Tools</a:t>
          </a:r>
        </a:p>
      </dsp:txBody>
      <dsp:txXfrm>
        <a:off x="10051950" y="218669"/>
        <a:ext cx="1762918" cy="577734"/>
      </dsp:txXfrm>
    </dsp:sp>
    <dsp:sp modelId="{5081D621-54F8-4E8A-8EC4-379EEDB9A521}">
      <dsp:nvSpPr>
        <dsp:cNvPr id="0" name=""/>
        <dsp:cNvSpPr/>
      </dsp:nvSpPr>
      <dsp:spPr>
        <a:xfrm>
          <a:off x="10051950" y="796403"/>
          <a:ext cx="1762918" cy="3683790"/>
        </a:xfrm>
        <a:prstGeom prst="rect">
          <a:avLst/>
        </a:prstGeom>
        <a:solidFill>
          <a:schemeClr val="accent3">
            <a:tint val="40000"/>
            <a:alpha val="90000"/>
            <a:hueOff val="-14884812"/>
            <a:satOff val="57525"/>
            <a:lumOff val="6388"/>
            <a:alphaOff val="0"/>
          </a:schemeClr>
        </a:solidFill>
        <a:ln w="6350" cap="flat" cmpd="sng" algn="ctr">
          <a:solidFill>
            <a:schemeClr val="accent3">
              <a:tint val="40000"/>
              <a:alpha val="90000"/>
              <a:hueOff val="-14884812"/>
              <a:satOff val="57525"/>
              <a:lumOff val="6388"/>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58674" tIns="58674" rIns="78232" bIns="88011" numCol="1" spcCol="1270" anchor="t"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Payroll System</a:t>
          </a:r>
          <a:r>
            <a:rPr lang="en-US" sz="1100" b="0" i="0" kern="1200"/>
            <a:t>: Workday</a:t>
          </a:r>
          <a:endParaRPr lang="en-AU" sz="1100" kern="1200"/>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Knowledge Base &amp; SOPs</a:t>
          </a:r>
          <a:r>
            <a:rPr lang="en-US" sz="1100" b="0" i="0" kern="1200"/>
            <a:t>: For standardised and auditable processes</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Ticketing System</a:t>
          </a:r>
          <a:r>
            <a:rPr lang="en-US" sz="1100" b="0" i="0" kern="1200"/>
            <a:t>: For support and tracking (e.g., Jira, ServiceNow)</a:t>
          </a:r>
        </a:p>
        <a:p>
          <a:pPr marL="57150" lvl="1" indent="-57150" algn="l" defTabSz="488950">
            <a:lnSpc>
              <a:spcPct val="90000"/>
            </a:lnSpc>
            <a:spcBef>
              <a:spcPct val="0"/>
            </a:spcBef>
            <a:spcAft>
              <a:spcPct val="15000"/>
            </a:spcAft>
            <a:buFont typeface="Arial" panose="020B0604020202020204" pitchFamily="34" charset="0"/>
            <a:buChar char="•"/>
          </a:pPr>
          <a:r>
            <a:rPr lang="en-US" sz="1100" b="1" i="0" kern="1200"/>
            <a:t>Integration Support</a:t>
          </a:r>
          <a:r>
            <a:rPr lang="en-US" sz="1100" b="0" i="0" kern="1200"/>
            <a:t>: Middleware monitoring &amp; data flow validation</a:t>
          </a:r>
        </a:p>
        <a:p>
          <a:pPr marL="57150" lvl="1" indent="-57150" algn="l" defTabSz="488950">
            <a:lnSpc>
              <a:spcPct val="90000"/>
            </a:lnSpc>
            <a:spcBef>
              <a:spcPct val="0"/>
            </a:spcBef>
            <a:spcAft>
              <a:spcPct val="15000"/>
            </a:spcAft>
            <a:buFont typeface="Arial" panose="020B0604020202020204" pitchFamily="34" charset="0"/>
            <a:buChar char="•"/>
          </a:pPr>
          <a:r>
            <a:rPr lang="en-AU" sz="1100" b="1" i="0" kern="1200"/>
            <a:t>Continuous Improvement</a:t>
          </a:r>
          <a:r>
            <a:rPr lang="en-AU" sz="1100" b="0" i="0" kern="1200"/>
            <a:t>: Automation, process enhancements, legislative updates</a:t>
          </a:r>
          <a:endParaRPr lang="en-US" sz="1100" b="0" i="0" kern="1200"/>
        </a:p>
      </dsp:txBody>
      <dsp:txXfrm>
        <a:off x="10051950" y="796403"/>
        <a:ext cx="1762918" cy="36837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CB9A01-71A5-48E0-B8D1-200BF4768DBD}">
      <dsp:nvSpPr>
        <dsp:cNvPr id="0" name=""/>
        <dsp:cNvSpPr/>
      </dsp:nvSpPr>
      <dsp:spPr>
        <a:xfrm>
          <a:off x="4145288" y="2148028"/>
          <a:ext cx="1434669" cy="1434669"/>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AU" sz="1600" b="1" kern="1200"/>
            <a:t>Payroll as a Service</a:t>
          </a:r>
        </a:p>
      </dsp:txBody>
      <dsp:txXfrm>
        <a:off x="4355390" y="2358130"/>
        <a:ext cx="1014465" cy="1014465"/>
      </dsp:txXfrm>
    </dsp:sp>
    <dsp:sp modelId="{24516FDF-B8DA-4B96-89C3-87A1DD03466B}">
      <dsp:nvSpPr>
        <dsp:cNvPr id="0" name=""/>
        <dsp:cNvSpPr/>
      </dsp:nvSpPr>
      <dsp:spPr>
        <a:xfrm rot="16200000">
          <a:off x="4641686" y="1499779"/>
          <a:ext cx="441873" cy="487787"/>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a:off x="4707967" y="1663617"/>
        <a:ext cx="309311" cy="292673"/>
      </dsp:txXfrm>
    </dsp:sp>
    <dsp:sp modelId="{114FFAA3-8440-40A5-A348-AC51039C86F9}">
      <dsp:nvSpPr>
        <dsp:cNvPr id="0" name=""/>
        <dsp:cNvSpPr/>
      </dsp:nvSpPr>
      <dsp:spPr>
        <a:xfrm>
          <a:off x="4217022" y="23104"/>
          <a:ext cx="1291202" cy="1291202"/>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AU" sz="1100" kern="1200"/>
            <a:t>Payroll Delivery  Manager</a:t>
          </a:r>
        </a:p>
      </dsp:txBody>
      <dsp:txXfrm>
        <a:off x="4406114" y="212196"/>
        <a:ext cx="913018" cy="913018"/>
      </dsp:txXfrm>
    </dsp:sp>
    <dsp:sp modelId="{F9F17F36-D973-43AF-8810-55F743BFCCA2}">
      <dsp:nvSpPr>
        <dsp:cNvPr id="0" name=""/>
        <dsp:cNvSpPr/>
      </dsp:nvSpPr>
      <dsp:spPr>
        <a:xfrm rot="18900000">
          <a:off x="5434841" y="1828315"/>
          <a:ext cx="441873" cy="487787"/>
        </a:xfrm>
        <a:prstGeom prst="rightArrow">
          <a:avLst>
            <a:gd name="adj1" fmla="val 60000"/>
            <a:gd name="adj2" fmla="val 50000"/>
          </a:avLst>
        </a:prstGeom>
        <a:gradFill rotWithShape="0">
          <a:gsLst>
            <a:gs pos="0">
              <a:schemeClr val="accent3">
                <a:hueOff val="-2141462"/>
                <a:satOff val="5090"/>
                <a:lumOff val="3417"/>
                <a:alphaOff val="0"/>
                <a:satMod val="103000"/>
                <a:lumMod val="102000"/>
                <a:tint val="94000"/>
              </a:schemeClr>
            </a:gs>
            <a:gs pos="50000">
              <a:schemeClr val="accent3">
                <a:hueOff val="-2141462"/>
                <a:satOff val="5090"/>
                <a:lumOff val="3417"/>
                <a:alphaOff val="0"/>
                <a:satMod val="110000"/>
                <a:lumMod val="100000"/>
                <a:shade val="100000"/>
              </a:schemeClr>
            </a:gs>
            <a:gs pos="100000">
              <a:schemeClr val="accent3">
                <a:hueOff val="-2141462"/>
                <a:satOff val="5090"/>
                <a:lumOff val="3417"/>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a:off x="5454254" y="1972740"/>
        <a:ext cx="309311" cy="292673"/>
      </dsp:txXfrm>
    </dsp:sp>
    <dsp:sp modelId="{4D2ADCF3-C92F-4E82-9818-A704DE067E41}">
      <dsp:nvSpPr>
        <dsp:cNvPr id="0" name=""/>
        <dsp:cNvSpPr/>
      </dsp:nvSpPr>
      <dsp:spPr>
        <a:xfrm>
          <a:off x="5770294" y="666490"/>
          <a:ext cx="1291202" cy="1291202"/>
        </a:xfrm>
        <a:prstGeom prst="ellipse">
          <a:avLst/>
        </a:prstGeom>
        <a:gradFill rotWithShape="0">
          <a:gsLst>
            <a:gs pos="0">
              <a:schemeClr val="accent3">
                <a:hueOff val="-2141462"/>
                <a:satOff val="5090"/>
                <a:lumOff val="3417"/>
                <a:alphaOff val="0"/>
                <a:satMod val="103000"/>
                <a:lumMod val="102000"/>
                <a:tint val="94000"/>
              </a:schemeClr>
            </a:gs>
            <a:gs pos="50000">
              <a:schemeClr val="accent3">
                <a:hueOff val="-2141462"/>
                <a:satOff val="5090"/>
                <a:lumOff val="3417"/>
                <a:alphaOff val="0"/>
                <a:satMod val="110000"/>
                <a:lumMod val="100000"/>
                <a:shade val="100000"/>
              </a:schemeClr>
            </a:gs>
            <a:gs pos="100000">
              <a:schemeClr val="accent3">
                <a:hueOff val="-2141462"/>
                <a:satOff val="5090"/>
                <a:lumOff val="3417"/>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AU" sz="1100" kern="1200"/>
            <a:t>Payroll Support Officers</a:t>
          </a:r>
        </a:p>
      </dsp:txBody>
      <dsp:txXfrm>
        <a:off x="5959386" y="855582"/>
        <a:ext cx="913018" cy="913018"/>
      </dsp:txXfrm>
    </dsp:sp>
    <dsp:sp modelId="{EA843336-500D-40A4-8106-78471125D37C}">
      <dsp:nvSpPr>
        <dsp:cNvPr id="0" name=""/>
        <dsp:cNvSpPr/>
      </dsp:nvSpPr>
      <dsp:spPr>
        <a:xfrm>
          <a:off x="5763377" y="2621469"/>
          <a:ext cx="441873" cy="487787"/>
        </a:xfrm>
        <a:prstGeom prst="rightArrow">
          <a:avLst>
            <a:gd name="adj1" fmla="val 60000"/>
            <a:gd name="adj2" fmla="val 50000"/>
          </a:avLst>
        </a:prstGeom>
        <a:gradFill rotWithShape="0">
          <a:gsLst>
            <a:gs pos="0">
              <a:schemeClr val="accent3">
                <a:hueOff val="-4282925"/>
                <a:satOff val="10181"/>
                <a:lumOff val="6835"/>
                <a:alphaOff val="0"/>
                <a:satMod val="103000"/>
                <a:lumMod val="102000"/>
                <a:tint val="94000"/>
              </a:schemeClr>
            </a:gs>
            <a:gs pos="50000">
              <a:schemeClr val="accent3">
                <a:hueOff val="-4282925"/>
                <a:satOff val="10181"/>
                <a:lumOff val="6835"/>
                <a:alphaOff val="0"/>
                <a:satMod val="110000"/>
                <a:lumMod val="100000"/>
                <a:shade val="100000"/>
              </a:schemeClr>
            </a:gs>
            <a:gs pos="100000">
              <a:schemeClr val="accent3">
                <a:hueOff val="-4282925"/>
                <a:satOff val="10181"/>
                <a:lumOff val="6835"/>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a:off x="5763377" y="2719026"/>
        <a:ext cx="309311" cy="292673"/>
      </dsp:txXfrm>
    </dsp:sp>
    <dsp:sp modelId="{A6E1F1BF-D82C-4076-ADA3-2783E6D8405D}">
      <dsp:nvSpPr>
        <dsp:cNvPr id="0" name=""/>
        <dsp:cNvSpPr/>
      </dsp:nvSpPr>
      <dsp:spPr>
        <a:xfrm>
          <a:off x="6413680" y="2219762"/>
          <a:ext cx="1291202" cy="1291202"/>
        </a:xfrm>
        <a:prstGeom prst="ellipse">
          <a:avLst/>
        </a:prstGeom>
        <a:gradFill rotWithShape="0">
          <a:gsLst>
            <a:gs pos="0">
              <a:schemeClr val="accent3">
                <a:hueOff val="-4282925"/>
                <a:satOff val="10181"/>
                <a:lumOff val="6835"/>
                <a:alphaOff val="0"/>
                <a:satMod val="103000"/>
                <a:lumMod val="102000"/>
                <a:tint val="94000"/>
              </a:schemeClr>
            </a:gs>
            <a:gs pos="50000">
              <a:schemeClr val="accent3">
                <a:hueOff val="-4282925"/>
                <a:satOff val="10181"/>
                <a:lumOff val="6835"/>
                <a:alphaOff val="0"/>
                <a:satMod val="110000"/>
                <a:lumMod val="100000"/>
                <a:shade val="100000"/>
              </a:schemeClr>
            </a:gs>
            <a:gs pos="100000">
              <a:schemeClr val="accent3">
                <a:hueOff val="-4282925"/>
                <a:satOff val="10181"/>
                <a:lumOff val="683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AU" sz="1100" kern="1200"/>
            <a:t>Payroll Officers</a:t>
          </a:r>
        </a:p>
      </dsp:txBody>
      <dsp:txXfrm>
        <a:off x="6602772" y="2408854"/>
        <a:ext cx="913018" cy="913018"/>
      </dsp:txXfrm>
    </dsp:sp>
    <dsp:sp modelId="{332349CB-E5FF-49FE-9BB6-F458C990F630}">
      <dsp:nvSpPr>
        <dsp:cNvPr id="0" name=""/>
        <dsp:cNvSpPr/>
      </dsp:nvSpPr>
      <dsp:spPr>
        <a:xfrm rot="2700000">
          <a:off x="5434841" y="3414624"/>
          <a:ext cx="441873" cy="487787"/>
        </a:xfrm>
        <a:prstGeom prst="rightArrow">
          <a:avLst>
            <a:gd name="adj1" fmla="val 60000"/>
            <a:gd name="adj2" fmla="val 50000"/>
          </a:avLst>
        </a:prstGeom>
        <a:gradFill rotWithShape="0">
          <a:gsLst>
            <a:gs pos="0">
              <a:schemeClr val="accent3">
                <a:hueOff val="-6424387"/>
                <a:satOff val="15271"/>
                <a:lumOff val="10252"/>
                <a:alphaOff val="0"/>
                <a:satMod val="103000"/>
                <a:lumMod val="102000"/>
                <a:tint val="94000"/>
              </a:schemeClr>
            </a:gs>
            <a:gs pos="50000">
              <a:schemeClr val="accent3">
                <a:hueOff val="-6424387"/>
                <a:satOff val="15271"/>
                <a:lumOff val="10252"/>
                <a:alphaOff val="0"/>
                <a:satMod val="110000"/>
                <a:lumMod val="100000"/>
                <a:shade val="100000"/>
              </a:schemeClr>
            </a:gs>
            <a:gs pos="100000">
              <a:schemeClr val="accent3">
                <a:hueOff val="-6424387"/>
                <a:satOff val="15271"/>
                <a:lumOff val="10252"/>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a:off x="5454254" y="3465313"/>
        <a:ext cx="309311" cy="292673"/>
      </dsp:txXfrm>
    </dsp:sp>
    <dsp:sp modelId="{6B7E10AF-5FEE-41D5-B618-C95DBA86ED4E}">
      <dsp:nvSpPr>
        <dsp:cNvPr id="0" name=""/>
        <dsp:cNvSpPr/>
      </dsp:nvSpPr>
      <dsp:spPr>
        <a:xfrm>
          <a:off x="5770294" y="3773034"/>
          <a:ext cx="1291202" cy="1291202"/>
        </a:xfrm>
        <a:prstGeom prst="ellipse">
          <a:avLst/>
        </a:prstGeom>
        <a:gradFill rotWithShape="0">
          <a:gsLst>
            <a:gs pos="0">
              <a:schemeClr val="accent3">
                <a:hueOff val="-6424387"/>
                <a:satOff val="15271"/>
                <a:lumOff val="10252"/>
                <a:alphaOff val="0"/>
                <a:satMod val="103000"/>
                <a:lumMod val="102000"/>
                <a:tint val="94000"/>
              </a:schemeClr>
            </a:gs>
            <a:gs pos="50000">
              <a:schemeClr val="accent3">
                <a:hueOff val="-6424387"/>
                <a:satOff val="15271"/>
                <a:lumOff val="10252"/>
                <a:alphaOff val="0"/>
                <a:satMod val="110000"/>
                <a:lumMod val="100000"/>
                <a:shade val="100000"/>
              </a:schemeClr>
            </a:gs>
            <a:gs pos="100000">
              <a:schemeClr val="accent3">
                <a:hueOff val="-6424387"/>
                <a:satOff val="15271"/>
                <a:lumOff val="1025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AU" sz="1100" kern="1200"/>
            <a:t>Tax &amp; Superannuation Specialist</a:t>
          </a:r>
        </a:p>
      </dsp:txBody>
      <dsp:txXfrm>
        <a:off x="5959386" y="3962126"/>
        <a:ext cx="913018" cy="913018"/>
      </dsp:txXfrm>
    </dsp:sp>
    <dsp:sp modelId="{FFF5D13B-A2BA-4D5F-B844-B16EB1F6F7DC}">
      <dsp:nvSpPr>
        <dsp:cNvPr id="0" name=""/>
        <dsp:cNvSpPr/>
      </dsp:nvSpPr>
      <dsp:spPr>
        <a:xfrm rot="5400000">
          <a:off x="4641686" y="3743159"/>
          <a:ext cx="441873" cy="487787"/>
        </a:xfrm>
        <a:prstGeom prst="rightArrow">
          <a:avLst>
            <a:gd name="adj1" fmla="val 60000"/>
            <a:gd name="adj2" fmla="val 50000"/>
          </a:avLst>
        </a:prstGeom>
        <a:gradFill rotWithShape="0">
          <a:gsLst>
            <a:gs pos="0">
              <a:schemeClr val="accent3">
                <a:hueOff val="-8565850"/>
                <a:satOff val="20362"/>
                <a:lumOff val="13670"/>
                <a:alphaOff val="0"/>
                <a:satMod val="103000"/>
                <a:lumMod val="102000"/>
                <a:tint val="94000"/>
              </a:schemeClr>
            </a:gs>
            <a:gs pos="50000">
              <a:schemeClr val="accent3">
                <a:hueOff val="-8565850"/>
                <a:satOff val="20362"/>
                <a:lumOff val="13670"/>
                <a:alphaOff val="0"/>
                <a:satMod val="110000"/>
                <a:lumMod val="100000"/>
                <a:shade val="100000"/>
              </a:schemeClr>
            </a:gs>
            <a:gs pos="100000">
              <a:schemeClr val="accent3">
                <a:hueOff val="-8565850"/>
                <a:satOff val="20362"/>
                <a:lumOff val="1367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a:off x="4707967" y="3774435"/>
        <a:ext cx="309311" cy="292673"/>
      </dsp:txXfrm>
    </dsp:sp>
    <dsp:sp modelId="{F7886F22-1528-4884-BD21-297EF50AA0F3}">
      <dsp:nvSpPr>
        <dsp:cNvPr id="0" name=""/>
        <dsp:cNvSpPr/>
      </dsp:nvSpPr>
      <dsp:spPr>
        <a:xfrm>
          <a:off x="4217022" y="4416420"/>
          <a:ext cx="1291202" cy="1291202"/>
        </a:xfrm>
        <a:prstGeom prst="ellipse">
          <a:avLst/>
        </a:prstGeom>
        <a:gradFill rotWithShape="0">
          <a:gsLst>
            <a:gs pos="0">
              <a:schemeClr val="accent3">
                <a:hueOff val="-8565850"/>
                <a:satOff val="20362"/>
                <a:lumOff val="13670"/>
                <a:alphaOff val="0"/>
                <a:satMod val="103000"/>
                <a:lumMod val="102000"/>
                <a:tint val="94000"/>
              </a:schemeClr>
            </a:gs>
            <a:gs pos="50000">
              <a:schemeClr val="accent3">
                <a:hueOff val="-8565850"/>
                <a:satOff val="20362"/>
                <a:lumOff val="13670"/>
                <a:alphaOff val="0"/>
                <a:satMod val="110000"/>
                <a:lumMod val="100000"/>
                <a:shade val="100000"/>
              </a:schemeClr>
            </a:gs>
            <a:gs pos="100000">
              <a:schemeClr val="accent3">
                <a:hueOff val="-8565850"/>
                <a:satOff val="20362"/>
                <a:lumOff val="1367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AU" sz="1100" kern="1200"/>
            <a:t>Reporting &amp; Insights Specialist</a:t>
          </a:r>
        </a:p>
      </dsp:txBody>
      <dsp:txXfrm>
        <a:off x="4406114" y="4605512"/>
        <a:ext cx="913018" cy="913018"/>
      </dsp:txXfrm>
    </dsp:sp>
    <dsp:sp modelId="{44318C19-30F0-4812-B6CB-9D9C05A16613}">
      <dsp:nvSpPr>
        <dsp:cNvPr id="0" name=""/>
        <dsp:cNvSpPr/>
      </dsp:nvSpPr>
      <dsp:spPr>
        <a:xfrm rot="8100000">
          <a:off x="3848532" y="3414624"/>
          <a:ext cx="441873" cy="487787"/>
        </a:xfrm>
        <a:prstGeom prst="rightArrow">
          <a:avLst>
            <a:gd name="adj1" fmla="val 60000"/>
            <a:gd name="adj2" fmla="val 50000"/>
          </a:avLst>
        </a:prstGeom>
        <a:gradFill rotWithShape="0">
          <a:gsLst>
            <a:gs pos="0">
              <a:schemeClr val="accent3">
                <a:hueOff val="-10707312"/>
                <a:satOff val="25452"/>
                <a:lumOff val="17087"/>
                <a:alphaOff val="0"/>
                <a:satMod val="103000"/>
                <a:lumMod val="102000"/>
                <a:tint val="94000"/>
              </a:schemeClr>
            </a:gs>
            <a:gs pos="50000">
              <a:schemeClr val="accent3">
                <a:hueOff val="-10707312"/>
                <a:satOff val="25452"/>
                <a:lumOff val="17087"/>
                <a:alphaOff val="0"/>
                <a:satMod val="110000"/>
                <a:lumMod val="100000"/>
                <a:shade val="100000"/>
              </a:schemeClr>
            </a:gs>
            <a:gs pos="100000">
              <a:schemeClr val="accent3">
                <a:hueOff val="-10707312"/>
                <a:satOff val="25452"/>
                <a:lumOff val="17087"/>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AU" sz="2400" kern="1200"/>
        </a:p>
      </dsp:txBody>
      <dsp:txXfrm rot="10800000">
        <a:off x="3961681" y="3465313"/>
        <a:ext cx="309311" cy="292673"/>
      </dsp:txXfrm>
    </dsp:sp>
    <dsp:sp modelId="{E0B0A624-FB03-4E1A-8208-33448641679C}">
      <dsp:nvSpPr>
        <dsp:cNvPr id="0" name=""/>
        <dsp:cNvSpPr/>
      </dsp:nvSpPr>
      <dsp:spPr>
        <a:xfrm>
          <a:off x="2663750" y="3773034"/>
          <a:ext cx="1291202" cy="1291202"/>
        </a:xfrm>
        <a:prstGeom prst="ellipse">
          <a:avLst/>
        </a:prstGeom>
        <a:gradFill rotWithShape="0">
          <a:gsLst>
            <a:gs pos="0">
              <a:schemeClr val="accent3">
                <a:hueOff val="-10707312"/>
                <a:satOff val="25452"/>
                <a:lumOff val="17087"/>
                <a:alphaOff val="0"/>
                <a:satMod val="103000"/>
                <a:lumMod val="102000"/>
                <a:tint val="94000"/>
              </a:schemeClr>
            </a:gs>
            <a:gs pos="50000">
              <a:schemeClr val="accent3">
                <a:hueOff val="-10707312"/>
                <a:satOff val="25452"/>
                <a:lumOff val="17087"/>
                <a:alphaOff val="0"/>
                <a:satMod val="110000"/>
                <a:lumMod val="100000"/>
                <a:shade val="100000"/>
              </a:schemeClr>
            </a:gs>
            <a:gs pos="100000">
              <a:schemeClr val="accent3">
                <a:hueOff val="-10707312"/>
                <a:satOff val="25452"/>
                <a:lumOff val="17087"/>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AU" sz="1100" kern="1200"/>
            <a:t>Payroll Administrators</a:t>
          </a:r>
        </a:p>
      </dsp:txBody>
      <dsp:txXfrm>
        <a:off x="2852842" y="3962126"/>
        <a:ext cx="913018" cy="913018"/>
      </dsp:txXfrm>
    </dsp:sp>
    <dsp:sp modelId="{31BCFF55-124F-440D-B8EB-84CBE433C3A7}">
      <dsp:nvSpPr>
        <dsp:cNvPr id="0" name=""/>
        <dsp:cNvSpPr/>
      </dsp:nvSpPr>
      <dsp:spPr>
        <a:xfrm rot="10800000">
          <a:off x="3519996" y="2621469"/>
          <a:ext cx="441873" cy="487787"/>
        </a:xfrm>
        <a:prstGeom prst="rightArrow">
          <a:avLst>
            <a:gd name="adj1" fmla="val 60000"/>
            <a:gd name="adj2" fmla="val 50000"/>
          </a:avLst>
        </a:prstGeom>
        <a:gradFill rotWithShape="0">
          <a:gsLst>
            <a:gs pos="0">
              <a:schemeClr val="accent3">
                <a:hueOff val="-12848774"/>
                <a:satOff val="30543"/>
                <a:lumOff val="20505"/>
                <a:alphaOff val="0"/>
                <a:satMod val="103000"/>
                <a:lumMod val="102000"/>
                <a:tint val="94000"/>
              </a:schemeClr>
            </a:gs>
            <a:gs pos="50000">
              <a:schemeClr val="accent3">
                <a:hueOff val="-12848774"/>
                <a:satOff val="30543"/>
                <a:lumOff val="20505"/>
                <a:alphaOff val="0"/>
                <a:satMod val="110000"/>
                <a:lumMod val="100000"/>
                <a:shade val="100000"/>
              </a:schemeClr>
            </a:gs>
            <a:gs pos="100000">
              <a:schemeClr val="accent3">
                <a:hueOff val="-12848774"/>
                <a:satOff val="30543"/>
                <a:lumOff val="20505"/>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rot="10800000">
        <a:off x="3652558" y="2719026"/>
        <a:ext cx="309311" cy="292673"/>
      </dsp:txXfrm>
    </dsp:sp>
    <dsp:sp modelId="{D3981D2F-F94B-4986-8853-45B986107F57}">
      <dsp:nvSpPr>
        <dsp:cNvPr id="0" name=""/>
        <dsp:cNvSpPr/>
      </dsp:nvSpPr>
      <dsp:spPr>
        <a:xfrm>
          <a:off x="2020364" y="2219762"/>
          <a:ext cx="1291202" cy="1291202"/>
        </a:xfrm>
        <a:prstGeom prst="ellipse">
          <a:avLst/>
        </a:prstGeom>
        <a:gradFill rotWithShape="0">
          <a:gsLst>
            <a:gs pos="0">
              <a:schemeClr val="accent3">
                <a:hueOff val="-12848774"/>
                <a:satOff val="30543"/>
                <a:lumOff val="20505"/>
                <a:alphaOff val="0"/>
                <a:satMod val="103000"/>
                <a:lumMod val="102000"/>
                <a:tint val="94000"/>
              </a:schemeClr>
            </a:gs>
            <a:gs pos="50000">
              <a:schemeClr val="accent3">
                <a:hueOff val="-12848774"/>
                <a:satOff val="30543"/>
                <a:lumOff val="20505"/>
                <a:alphaOff val="0"/>
                <a:satMod val="110000"/>
                <a:lumMod val="100000"/>
                <a:shade val="100000"/>
              </a:schemeClr>
            </a:gs>
            <a:gs pos="100000">
              <a:schemeClr val="accent3">
                <a:hueOff val="-12848774"/>
                <a:satOff val="30543"/>
                <a:lumOff val="2050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AU" sz="1100" kern="1200"/>
            <a:t>Implementation Consultants</a:t>
          </a:r>
        </a:p>
      </dsp:txBody>
      <dsp:txXfrm>
        <a:off x="2209456" y="2408854"/>
        <a:ext cx="913018" cy="913018"/>
      </dsp:txXfrm>
    </dsp:sp>
    <dsp:sp modelId="{852E426E-D907-4E21-95A7-98289F1CA924}">
      <dsp:nvSpPr>
        <dsp:cNvPr id="0" name=""/>
        <dsp:cNvSpPr/>
      </dsp:nvSpPr>
      <dsp:spPr>
        <a:xfrm rot="13500000">
          <a:off x="3848532" y="1828315"/>
          <a:ext cx="441873" cy="487787"/>
        </a:xfrm>
        <a:prstGeom prst="rightArrow">
          <a:avLst>
            <a:gd name="adj1" fmla="val 60000"/>
            <a:gd name="adj2" fmla="val 50000"/>
          </a:avLst>
        </a:prstGeom>
        <a:gradFill rotWithShape="0">
          <a:gsLst>
            <a:gs pos="0">
              <a:schemeClr val="accent3">
                <a:hueOff val="-14990237"/>
                <a:satOff val="35633"/>
                <a:lumOff val="23922"/>
                <a:alphaOff val="0"/>
                <a:satMod val="103000"/>
                <a:lumMod val="102000"/>
                <a:tint val="94000"/>
              </a:schemeClr>
            </a:gs>
            <a:gs pos="50000">
              <a:schemeClr val="accent3">
                <a:hueOff val="-14990237"/>
                <a:satOff val="35633"/>
                <a:lumOff val="23922"/>
                <a:alphaOff val="0"/>
                <a:satMod val="110000"/>
                <a:lumMod val="100000"/>
                <a:shade val="100000"/>
              </a:schemeClr>
            </a:gs>
            <a:gs pos="100000">
              <a:schemeClr val="accent3">
                <a:hueOff val="-14990237"/>
                <a:satOff val="35633"/>
                <a:lumOff val="23922"/>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rot="10800000">
        <a:off x="3961681" y="1972740"/>
        <a:ext cx="309311" cy="292673"/>
      </dsp:txXfrm>
    </dsp:sp>
    <dsp:sp modelId="{459970CE-0F8F-456B-80EB-C4F3937C7790}">
      <dsp:nvSpPr>
        <dsp:cNvPr id="0" name=""/>
        <dsp:cNvSpPr/>
      </dsp:nvSpPr>
      <dsp:spPr>
        <a:xfrm>
          <a:off x="2663750" y="666490"/>
          <a:ext cx="1291202" cy="1291202"/>
        </a:xfrm>
        <a:prstGeom prst="ellipse">
          <a:avLst/>
        </a:prstGeom>
        <a:gradFill rotWithShape="0">
          <a:gsLst>
            <a:gs pos="0">
              <a:schemeClr val="accent3">
                <a:hueOff val="-14990237"/>
                <a:satOff val="35633"/>
                <a:lumOff val="23922"/>
                <a:alphaOff val="0"/>
                <a:satMod val="103000"/>
                <a:lumMod val="102000"/>
                <a:tint val="94000"/>
              </a:schemeClr>
            </a:gs>
            <a:gs pos="50000">
              <a:schemeClr val="accent3">
                <a:hueOff val="-14990237"/>
                <a:satOff val="35633"/>
                <a:lumOff val="23922"/>
                <a:alphaOff val="0"/>
                <a:satMod val="110000"/>
                <a:lumMod val="100000"/>
                <a:shade val="100000"/>
              </a:schemeClr>
            </a:gs>
            <a:gs pos="100000">
              <a:schemeClr val="accent3">
                <a:hueOff val="-14990237"/>
                <a:satOff val="35633"/>
                <a:lumOff val="2392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AU" sz="1100" kern="1200"/>
            <a:t>Client Services Manager</a:t>
          </a:r>
        </a:p>
      </dsp:txBody>
      <dsp:txXfrm>
        <a:off x="2852842" y="855582"/>
        <a:ext cx="913018" cy="913018"/>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4AB98B-4597-F44A-AD3A-FE13B2442EB7}"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96E9AA-B54C-8A44-B7B3-5CDA661CF3FA}" type="slidenum">
              <a:rPr lang="en-US" smtClean="0"/>
              <a:t>‹#›</a:t>
            </a:fld>
            <a:endParaRPr lang="en-US"/>
          </a:p>
        </p:txBody>
      </p:sp>
    </p:spTree>
    <p:extLst>
      <p:ext uri="{BB962C8B-B14F-4D97-AF65-F5344CB8AC3E}">
        <p14:creationId xmlns:p14="http://schemas.microsoft.com/office/powerpoint/2010/main" val="293711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1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rge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id="{42975119-9EC3-DEB5-6A26-C5BAC6AEE948}"/>
              </a:ext>
            </a:extLst>
          </p:cNvPr>
          <p:cNvSpPr>
            <a:spLocks noGrp="1"/>
          </p:cNvSpPr>
          <p:nvPr>
            <p:ph type="pic" idx="23"/>
          </p:nvPr>
        </p:nvSpPr>
        <p:spPr>
          <a:xfrm>
            <a:off x="4790432" y="0"/>
            <a:ext cx="7401568" cy="6857999"/>
          </a:xfrm>
          <a:custGeom>
            <a:avLst/>
            <a:gdLst>
              <a:gd name="connsiteX0" fmla="*/ 12919992 w 14803138"/>
              <a:gd name="connsiteY0" fmla="*/ 0 h 13716000"/>
              <a:gd name="connsiteX1" fmla="*/ 14803138 w 14803138"/>
              <a:gd name="connsiteY1" fmla="*/ 0 h 13716000"/>
              <a:gd name="connsiteX2" fmla="*/ 14803138 w 14803138"/>
              <a:gd name="connsiteY2" fmla="*/ 12406968 h 13716000"/>
              <a:gd name="connsiteX3" fmla="*/ 14707564 w 14803138"/>
              <a:gd name="connsiteY3" fmla="*/ 12521945 h 13716000"/>
              <a:gd name="connsiteX4" fmla="*/ 12366010 w 14803138"/>
              <a:gd name="connsiteY4" fmla="*/ 13706639 h 13716000"/>
              <a:gd name="connsiteX5" fmla="*/ 12150230 w 14803138"/>
              <a:gd name="connsiteY5" fmla="*/ 13716000 h 13716000"/>
              <a:gd name="connsiteX6" fmla="*/ 11966434 w 14803138"/>
              <a:gd name="connsiteY6" fmla="*/ 13716000 h 13716000"/>
              <a:gd name="connsiteX7" fmla="*/ 11751028 w 14803138"/>
              <a:gd name="connsiteY7" fmla="*/ 13706639 h 13716000"/>
              <a:gd name="connsiteX8" fmla="*/ 11145198 w 14803138"/>
              <a:gd name="connsiteY8" fmla="*/ 13599830 h 13716000"/>
              <a:gd name="connsiteX9" fmla="*/ 10035814 w 14803138"/>
              <a:gd name="connsiteY9" fmla="*/ 13081968 h 13716000"/>
              <a:gd name="connsiteX10" fmla="*/ 8544978 w 14803138"/>
              <a:gd name="connsiteY10" fmla="*/ 10501072 h 13716000"/>
              <a:gd name="connsiteX11" fmla="*/ 9106178 w 14803138"/>
              <a:gd name="connsiteY11" fmla="*/ 7582272 h 13716000"/>
              <a:gd name="connsiteX12" fmla="*/ 7513674 w 14803138"/>
              <a:gd name="connsiteY12" fmla="*/ 10341830 h 13716000"/>
              <a:gd name="connsiteX13" fmla="*/ 5793478 w 14803138"/>
              <a:gd name="connsiteY13" fmla="*/ 12894890 h 13716000"/>
              <a:gd name="connsiteX14" fmla="*/ 3876021 w 14803138"/>
              <a:gd name="connsiteY14" fmla="*/ 13702305 h 13716000"/>
              <a:gd name="connsiteX15" fmla="*/ 3685914 w 14803138"/>
              <a:gd name="connsiteY15" fmla="*/ 13716000 h 13716000"/>
              <a:gd name="connsiteX16" fmla="*/ 3400676 w 14803138"/>
              <a:gd name="connsiteY16" fmla="*/ 13716000 h 13716000"/>
              <a:gd name="connsiteX17" fmla="*/ 3299937 w 14803138"/>
              <a:gd name="connsiteY17" fmla="*/ 13712248 h 13716000"/>
              <a:gd name="connsiteX18" fmla="*/ 2914284 w 14803138"/>
              <a:gd name="connsiteY18" fmla="*/ 13665857 h 13716000"/>
              <a:gd name="connsiteX19" fmla="*/ 1763420 w 14803138"/>
              <a:gd name="connsiteY19" fmla="*/ 13247684 h 13716000"/>
              <a:gd name="connsiteX20" fmla="*/ 824836 w 14803138"/>
              <a:gd name="connsiteY20" fmla="*/ 12459886 h 13716000"/>
              <a:gd name="connsiteX21" fmla="*/ 53798 w 14803138"/>
              <a:gd name="connsiteY21" fmla="*/ 9580572 h 13716000"/>
              <a:gd name="connsiteX22" fmla="*/ 1403928 w 14803138"/>
              <a:gd name="connsiteY22" fmla="*/ 6814541 h 13716000"/>
              <a:gd name="connsiteX23" fmla="*/ 3060684 w 14803138"/>
              <a:gd name="connsiteY23" fmla="*/ 3946879 h 13716000"/>
              <a:gd name="connsiteX24" fmla="*/ 4780066 w 14803138"/>
              <a:gd name="connsiteY24" fmla="*/ 1393818 h 13716000"/>
              <a:gd name="connsiteX25" fmla="*/ 7659260 w 14803138"/>
              <a:gd name="connsiteY25" fmla="*/ 622204 h 13716000"/>
              <a:gd name="connsiteX26" fmla="*/ 8810124 w 14803138"/>
              <a:gd name="connsiteY26" fmla="*/ 1041025 h 13716000"/>
              <a:gd name="connsiteX27" fmla="*/ 9748708 w 14803138"/>
              <a:gd name="connsiteY27" fmla="*/ 1828175 h 13716000"/>
              <a:gd name="connsiteX28" fmla="*/ 10369280 w 14803138"/>
              <a:gd name="connsiteY28" fmla="*/ 2923454 h 13716000"/>
              <a:gd name="connsiteX29" fmla="*/ 10991478 w 14803138"/>
              <a:gd name="connsiteY29" fmla="*/ 1369220 h 13716000"/>
              <a:gd name="connsiteX30" fmla="*/ 12816214 w 14803138"/>
              <a:gd name="connsiteY30" fmla="*/ 29798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803138" h="13716000">
                <a:moveTo>
                  <a:pt x="12919992" y="0"/>
                </a:moveTo>
                <a:lnTo>
                  <a:pt x="14803138" y="0"/>
                </a:lnTo>
                <a:lnTo>
                  <a:pt x="14803138" y="12406968"/>
                </a:lnTo>
                <a:lnTo>
                  <a:pt x="14707564" y="12521945"/>
                </a:lnTo>
                <a:cubicBezTo>
                  <a:pt x="14111990" y="13199630"/>
                  <a:pt x="13274806" y="13627341"/>
                  <a:pt x="12366010" y="13706639"/>
                </a:cubicBezTo>
                <a:lnTo>
                  <a:pt x="12150230" y="13716000"/>
                </a:lnTo>
                <a:lnTo>
                  <a:pt x="11966434" y="13716000"/>
                </a:lnTo>
                <a:lnTo>
                  <a:pt x="11751028" y="13706639"/>
                </a:lnTo>
                <a:cubicBezTo>
                  <a:pt x="11546780" y="13688838"/>
                  <a:pt x="11344058" y="13653235"/>
                  <a:pt x="11145198" y="13599830"/>
                </a:cubicBezTo>
                <a:cubicBezTo>
                  <a:pt x="10747478" y="13493668"/>
                  <a:pt x="10372534" y="13318242"/>
                  <a:pt x="10035814" y="13081968"/>
                </a:cubicBezTo>
                <a:cubicBezTo>
                  <a:pt x="9181816" y="12484484"/>
                  <a:pt x="8636070" y="11539386"/>
                  <a:pt x="8544978" y="10501072"/>
                </a:cubicBezTo>
                <a:cubicBezTo>
                  <a:pt x="8499430" y="9869280"/>
                  <a:pt x="8727164" y="8997977"/>
                  <a:pt x="9106178" y="7582272"/>
                </a:cubicBezTo>
                <a:lnTo>
                  <a:pt x="7513674" y="10341830"/>
                </a:lnTo>
                <a:cubicBezTo>
                  <a:pt x="6745889" y="11671441"/>
                  <a:pt x="6284730" y="12469596"/>
                  <a:pt x="5793478" y="12894890"/>
                </a:cubicBezTo>
                <a:cubicBezTo>
                  <a:pt x="5244378" y="13355504"/>
                  <a:pt x="4574567" y="13632846"/>
                  <a:pt x="3876021" y="13702305"/>
                </a:cubicBezTo>
                <a:lnTo>
                  <a:pt x="3685914" y="13716000"/>
                </a:lnTo>
                <a:lnTo>
                  <a:pt x="3400676" y="13716000"/>
                </a:lnTo>
                <a:lnTo>
                  <a:pt x="3299937" y="13712248"/>
                </a:lnTo>
                <a:cubicBezTo>
                  <a:pt x="3171323" y="13703928"/>
                  <a:pt x="3042587" y="13688513"/>
                  <a:pt x="2914284" y="13665857"/>
                </a:cubicBezTo>
                <a:cubicBezTo>
                  <a:pt x="2509246" y="13594651"/>
                  <a:pt x="2119660" y="13453534"/>
                  <a:pt x="1763420" y="13247684"/>
                </a:cubicBezTo>
                <a:cubicBezTo>
                  <a:pt x="1406368" y="13041834"/>
                  <a:pt x="1089169" y="12775134"/>
                  <a:pt x="824836" y="12459886"/>
                </a:cubicBezTo>
                <a:cubicBezTo>
                  <a:pt x="154651" y="11661083"/>
                  <a:pt x="-127575" y="10607234"/>
                  <a:pt x="53798" y="9580572"/>
                </a:cubicBezTo>
                <a:cubicBezTo>
                  <a:pt x="176611" y="8942307"/>
                  <a:pt x="636143" y="8144152"/>
                  <a:pt x="1403928" y="6814541"/>
                </a:cubicBezTo>
                <a:lnTo>
                  <a:pt x="3060684" y="3946879"/>
                </a:lnTo>
                <a:cubicBezTo>
                  <a:pt x="3828469" y="2617268"/>
                  <a:pt x="4288814" y="1819113"/>
                  <a:pt x="4780066" y="1393818"/>
                </a:cubicBezTo>
                <a:cubicBezTo>
                  <a:pt x="5578758" y="723834"/>
                  <a:pt x="6632836" y="440952"/>
                  <a:pt x="7659260" y="622204"/>
                </a:cubicBezTo>
                <a:cubicBezTo>
                  <a:pt x="8064298" y="693410"/>
                  <a:pt x="8453886" y="835822"/>
                  <a:pt x="8810124" y="1041025"/>
                </a:cubicBezTo>
                <a:cubicBezTo>
                  <a:pt x="9166362" y="1246875"/>
                  <a:pt x="9484376" y="1512927"/>
                  <a:pt x="9748708" y="1828175"/>
                </a:cubicBezTo>
                <a:cubicBezTo>
                  <a:pt x="10024428" y="2156371"/>
                  <a:pt x="10230202" y="2528584"/>
                  <a:pt x="10369280" y="2923454"/>
                </a:cubicBezTo>
                <a:cubicBezTo>
                  <a:pt x="10574240" y="2226282"/>
                  <a:pt x="10758054" y="1714246"/>
                  <a:pt x="10991478" y="1369220"/>
                </a:cubicBezTo>
                <a:cubicBezTo>
                  <a:pt x="11439828" y="728851"/>
                  <a:pt x="12083986" y="261804"/>
                  <a:pt x="12816214" y="29798"/>
                </a:cubicBezTo>
                <a:close/>
              </a:path>
            </a:pathLst>
          </a:custGeom>
        </p:spPr>
        <p:txBody>
          <a:bodyPr wrap="square" lIns="91439" tIns="45719" rIns="91439" bIns="45719">
            <a:noAutofit/>
          </a:bodyPr>
          <a:lstStyle>
            <a:lvl1pPr>
              <a:defRPr sz="1600"/>
            </a:lvl1pPr>
          </a:lstStyle>
          <a:p>
            <a:r>
              <a:rPr lang="en-GB"/>
              <a:t>Click icon to add picture</a:t>
            </a:r>
            <a:endParaRPr/>
          </a:p>
        </p:txBody>
      </p:sp>
      <p:pic>
        <p:nvPicPr>
          <p:cNvPr id="9" name="Mivada_Logo_White_RGB_L.png" descr="Mivada_Logo_White_RGB_L.png">
            <a:extLst>
              <a:ext uri="{FF2B5EF4-FFF2-40B4-BE49-F238E27FC236}">
                <a16:creationId xmlns:a16="http://schemas.microsoft.com/office/drawing/2014/main" id="{990D0F04-B0EF-DE2E-F868-157CB91E2979}"/>
              </a:ext>
            </a:extLst>
          </p:cNvPr>
          <p:cNvPicPr>
            <a:picLocks noChangeAspect="1"/>
          </p:cNvPicPr>
          <p:nvPr userDrawn="1"/>
        </p:nvPicPr>
        <p:blipFill>
          <a:blip r:embed="rId2"/>
          <a:stretch>
            <a:fillRect/>
          </a:stretch>
        </p:blipFill>
        <p:spPr>
          <a:xfrm>
            <a:off x="692628" y="544082"/>
            <a:ext cx="2736000" cy="415043"/>
          </a:xfrm>
          <a:prstGeom prst="rect">
            <a:avLst/>
          </a:prstGeom>
          <a:ln w="12700">
            <a:miter lim="400000"/>
          </a:ln>
        </p:spPr>
      </p:pic>
      <p:sp>
        <p:nvSpPr>
          <p:cNvPr id="10" name="Title 1">
            <a:extLst>
              <a:ext uri="{FF2B5EF4-FFF2-40B4-BE49-F238E27FC236}">
                <a16:creationId xmlns:a16="http://schemas.microsoft.com/office/drawing/2014/main" id="{0022E124-E739-5F30-E7B6-B7C95BFD7F0B}"/>
              </a:ext>
            </a:extLst>
          </p:cNvPr>
          <p:cNvSpPr>
            <a:spLocks noGrp="1"/>
          </p:cNvSpPr>
          <p:nvPr>
            <p:ph type="ctrTitle" hasCustomPrompt="1"/>
          </p:nvPr>
        </p:nvSpPr>
        <p:spPr>
          <a:xfrm>
            <a:off x="690880" y="1081305"/>
            <a:ext cx="4955540" cy="1655762"/>
          </a:xfrm>
        </p:spPr>
        <p:txBody>
          <a:bodyPr anchor="b">
            <a:normAutofit/>
          </a:bodyPr>
          <a:lstStyle>
            <a:lvl1pPr algn="l">
              <a:defRPr sz="4400">
                <a:solidFill>
                  <a:schemeClr val="bg1"/>
                </a:solidFill>
                <a:latin typeface="Georgia" panose="02040502050405020303" pitchFamily="18" charset="0"/>
              </a:defRPr>
            </a:lvl1pPr>
          </a:lstStyle>
          <a:p>
            <a:r>
              <a:rPr lang="en-GB"/>
              <a:t>Presentation Title</a:t>
            </a:r>
            <a:endParaRPr lang="en-US"/>
          </a:p>
        </p:txBody>
      </p:sp>
      <p:sp>
        <p:nvSpPr>
          <p:cNvPr id="11" name="Subtitle 2">
            <a:extLst>
              <a:ext uri="{FF2B5EF4-FFF2-40B4-BE49-F238E27FC236}">
                <a16:creationId xmlns:a16="http://schemas.microsoft.com/office/drawing/2014/main" id="{EB02C498-C2BA-E2D6-FEDB-8A7BEE6DB2E9}"/>
              </a:ext>
            </a:extLst>
          </p:cNvPr>
          <p:cNvSpPr>
            <a:spLocks noGrp="1"/>
          </p:cNvSpPr>
          <p:nvPr>
            <p:ph type="subTitle" idx="1" hasCustomPrompt="1"/>
          </p:nvPr>
        </p:nvSpPr>
        <p:spPr>
          <a:xfrm>
            <a:off x="690880" y="2829142"/>
            <a:ext cx="4955540" cy="1291792"/>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 Author or Date go here</a:t>
            </a:r>
            <a:endParaRPr lang="en-US"/>
          </a:p>
        </p:txBody>
      </p:sp>
      <p:sp>
        <p:nvSpPr>
          <p:cNvPr id="7" name="Text Placeholder 5">
            <a:extLst>
              <a:ext uri="{FF2B5EF4-FFF2-40B4-BE49-F238E27FC236}">
                <a16:creationId xmlns:a16="http://schemas.microsoft.com/office/drawing/2014/main" id="{A0308D1C-6F00-702D-2FAA-E0D8CC773283}"/>
              </a:ext>
            </a:extLst>
          </p:cNvPr>
          <p:cNvSpPr>
            <a:spLocks noGrp="1"/>
          </p:cNvSpPr>
          <p:nvPr>
            <p:ph type="body" sz="quarter" idx="24" hasCustomPrompt="1"/>
          </p:nvPr>
        </p:nvSpPr>
        <p:spPr>
          <a:xfrm>
            <a:off x="690563" y="5044932"/>
            <a:ext cx="3898529" cy="1350963"/>
          </a:xfrm>
        </p:spPr>
        <p:txBody>
          <a:bodyPr anchor="b">
            <a:normAutofit/>
          </a:bodyPr>
          <a:lstStyle>
            <a:lvl1pPr marL="0" indent="0">
              <a:buNone/>
              <a:defRPr sz="1600">
                <a:solidFill>
                  <a:schemeClr val="bg1"/>
                </a:solidFill>
              </a:defRPr>
            </a:lvl1pPr>
          </a:lstStyle>
          <a:p>
            <a:pPr lvl="0"/>
            <a:r>
              <a:rPr lang="en-GB"/>
              <a:t>Additional Information</a:t>
            </a:r>
            <a:endParaRPr lang="en-US"/>
          </a:p>
        </p:txBody>
      </p:sp>
    </p:spTree>
    <p:extLst>
      <p:ext uri="{BB962C8B-B14F-4D97-AF65-F5344CB8AC3E}">
        <p14:creationId xmlns:p14="http://schemas.microsoft.com/office/powerpoint/2010/main" val="19238946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Large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1754F154-679C-FFBC-F435-EF090AE21BF9}"/>
              </a:ext>
            </a:extLst>
          </p:cNvPr>
          <p:cNvGrpSpPr/>
          <p:nvPr userDrawn="1"/>
        </p:nvGrpSpPr>
        <p:grpSpPr>
          <a:xfrm>
            <a:off x="4589092" y="-167298"/>
            <a:ext cx="7278360" cy="7284671"/>
            <a:chOff x="4394313" y="41680"/>
            <a:chExt cx="8067067" cy="8074062"/>
          </a:xfrm>
        </p:grpSpPr>
        <p:grpSp>
          <p:nvGrpSpPr>
            <p:cNvPr id="15" name="Group 14">
              <a:extLst>
                <a:ext uri="{FF2B5EF4-FFF2-40B4-BE49-F238E27FC236}">
                  <a16:creationId xmlns:a16="http://schemas.microsoft.com/office/drawing/2014/main" id="{493850FE-08C2-DA7A-5BB3-D6CDB49C7B15}"/>
                </a:ext>
              </a:extLst>
            </p:cNvPr>
            <p:cNvGrpSpPr/>
            <p:nvPr userDrawn="1"/>
          </p:nvGrpSpPr>
          <p:grpSpPr>
            <a:xfrm>
              <a:off x="4394313" y="1683950"/>
              <a:ext cx="8067067" cy="4782527"/>
              <a:chOff x="4394313" y="1683950"/>
              <a:chExt cx="8067067" cy="4782527"/>
            </a:xfrm>
          </p:grpSpPr>
          <p:sp>
            <p:nvSpPr>
              <p:cNvPr id="5" name="Rounded Rectangle">
                <a:extLst>
                  <a:ext uri="{FF2B5EF4-FFF2-40B4-BE49-F238E27FC236}">
                    <a16:creationId xmlns:a16="http://schemas.microsoft.com/office/drawing/2014/main" id="{CD89EE42-65F3-474F-752D-B57B1857A43B}"/>
                  </a:ext>
                </a:extLst>
              </p:cNvPr>
              <p:cNvSpPr/>
              <p:nvPr userDrawn="1"/>
            </p:nvSpPr>
            <p:spPr>
              <a:xfrm rot="15660000">
                <a:off x="9303890" y="632695"/>
                <a:ext cx="2106235" cy="4208745"/>
              </a:xfrm>
              <a:prstGeom prst="roundRect">
                <a:avLst>
                  <a:gd name="adj" fmla="val 50000"/>
                </a:avLst>
              </a:prstGeom>
              <a:solidFill>
                <a:srgbClr val="D00000">
                  <a:alpha val="49705"/>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14" name="Rounded Rectangle">
                <a:extLst>
                  <a:ext uri="{FF2B5EF4-FFF2-40B4-BE49-F238E27FC236}">
                    <a16:creationId xmlns:a16="http://schemas.microsoft.com/office/drawing/2014/main" id="{E354A95F-23B4-B93E-A0B9-14146340FE67}"/>
                  </a:ext>
                </a:extLst>
              </p:cNvPr>
              <p:cNvSpPr/>
              <p:nvPr userDrawn="1"/>
            </p:nvSpPr>
            <p:spPr>
              <a:xfrm rot="15660000">
                <a:off x="5445568" y="3308987"/>
                <a:ext cx="2106235" cy="4208745"/>
              </a:xfrm>
              <a:prstGeom prst="roundRect">
                <a:avLst>
                  <a:gd name="adj" fmla="val 50000"/>
                </a:avLst>
              </a:prstGeom>
              <a:solidFill>
                <a:srgbClr val="D00000">
                  <a:alpha val="49705"/>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grpSp>
        <p:grpSp>
          <p:nvGrpSpPr>
            <p:cNvPr id="16" name="Group 15">
              <a:extLst>
                <a:ext uri="{FF2B5EF4-FFF2-40B4-BE49-F238E27FC236}">
                  <a16:creationId xmlns:a16="http://schemas.microsoft.com/office/drawing/2014/main" id="{1B40A9DC-ACFE-BCEA-6411-C7A140078300}"/>
                </a:ext>
              </a:extLst>
            </p:cNvPr>
            <p:cNvGrpSpPr/>
            <p:nvPr userDrawn="1"/>
          </p:nvGrpSpPr>
          <p:grpSpPr>
            <a:xfrm rot="7200000">
              <a:off x="4390596" y="1683950"/>
              <a:ext cx="8067067" cy="4782527"/>
              <a:chOff x="4394313" y="1683950"/>
              <a:chExt cx="8067067" cy="4782527"/>
            </a:xfrm>
          </p:grpSpPr>
          <p:sp>
            <p:nvSpPr>
              <p:cNvPr id="17" name="Rounded Rectangle">
                <a:extLst>
                  <a:ext uri="{FF2B5EF4-FFF2-40B4-BE49-F238E27FC236}">
                    <a16:creationId xmlns:a16="http://schemas.microsoft.com/office/drawing/2014/main" id="{A45E776A-48AF-9D53-FCCB-C0E3A987F52E}"/>
                  </a:ext>
                </a:extLst>
              </p:cNvPr>
              <p:cNvSpPr/>
              <p:nvPr userDrawn="1"/>
            </p:nvSpPr>
            <p:spPr>
              <a:xfrm rot="15660000">
                <a:off x="9303890" y="632695"/>
                <a:ext cx="2106235" cy="4208745"/>
              </a:xfrm>
              <a:prstGeom prst="roundRect">
                <a:avLst>
                  <a:gd name="adj" fmla="val 50000"/>
                </a:avLst>
              </a:prstGeom>
              <a:solidFill>
                <a:srgbClr val="D00000">
                  <a:alpha val="49705"/>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18" name="Rounded Rectangle">
                <a:extLst>
                  <a:ext uri="{FF2B5EF4-FFF2-40B4-BE49-F238E27FC236}">
                    <a16:creationId xmlns:a16="http://schemas.microsoft.com/office/drawing/2014/main" id="{6DBB19EC-40B4-FBC7-00B4-956920572D95}"/>
                  </a:ext>
                </a:extLst>
              </p:cNvPr>
              <p:cNvSpPr/>
              <p:nvPr userDrawn="1"/>
            </p:nvSpPr>
            <p:spPr>
              <a:xfrm rot="15660000">
                <a:off x="5445568" y="3308987"/>
                <a:ext cx="2106235" cy="4208745"/>
              </a:xfrm>
              <a:prstGeom prst="roundRect">
                <a:avLst>
                  <a:gd name="adj" fmla="val 50000"/>
                </a:avLst>
              </a:prstGeom>
              <a:solidFill>
                <a:srgbClr val="D00000">
                  <a:alpha val="49705"/>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grpSp>
        <p:grpSp>
          <p:nvGrpSpPr>
            <p:cNvPr id="19" name="Group 18">
              <a:extLst>
                <a:ext uri="{FF2B5EF4-FFF2-40B4-BE49-F238E27FC236}">
                  <a16:creationId xmlns:a16="http://schemas.microsoft.com/office/drawing/2014/main" id="{F671F726-FBEA-8655-2C85-9DD7258F1FD3}"/>
                </a:ext>
              </a:extLst>
            </p:cNvPr>
            <p:cNvGrpSpPr/>
            <p:nvPr userDrawn="1"/>
          </p:nvGrpSpPr>
          <p:grpSpPr>
            <a:xfrm rot="14400000">
              <a:off x="4387772" y="1690945"/>
              <a:ext cx="8067067" cy="4782527"/>
              <a:chOff x="4394313" y="1683950"/>
              <a:chExt cx="8067067" cy="4782527"/>
            </a:xfrm>
          </p:grpSpPr>
          <p:sp>
            <p:nvSpPr>
              <p:cNvPr id="20" name="Rounded Rectangle">
                <a:extLst>
                  <a:ext uri="{FF2B5EF4-FFF2-40B4-BE49-F238E27FC236}">
                    <a16:creationId xmlns:a16="http://schemas.microsoft.com/office/drawing/2014/main" id="{D8197E5A-50EF-4A2D-4B9B-BF65051831DF}"/>
                  </a:ext>
                </a:extLst>
              </p:cNvPr>
              <p:cNvSpPr/>
              <p:nvPr userDrawn="1"/>
            </p:nvSpPr>
            <p:spPr>
              <a:xfrm rot="15660000">
                <a:off x="9303890" y="632695"/>
                <a:ext cx="2106235" cy="4208745"/>
              </a:xfrm>
              <a:prstGeom prst="roundRect">
                <a:avLst>
                  <a:gd name="adj" fmla="val 50000"/>
                </a:avLst>
              </a:prstGeom>
              <a:solidFill>
                <a:srgbClr val="D00000">
                  <a:alpha val="49705"/>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21" name="Rounded Rectangle">
                <a:extLst>
                  <a:ext uri="{FF2B5EF4-FFF2-40B4-BE49-F238E27FC236}">
                    <a16:creationId xmlns:a16="http://schemas.microsoft.com/office/drawing/2014/main" id="{37DAC493-DA59-9FD2-64B3-EFDC0AB99FA8}"/>
                  </a:ext>
                </a:extLst>
              </p:cNvPr>
              <p:cNvSpPr/>
              <p:nvPr userDrawn="1"/>
            </p:nvSpPr>
            <p:spPr>
              <a:xfrm rot="15660000">
                <a:off x="5445568" y="3308987"/>
                <a:ext cx="2106235" cy="4208745"/>
              </a:xfrm>
              <a:prstGeom prst="roundRect">
                <a:avLst>
                  <a:gd name="adj" fmla="val 50000"/>
                </a:avLst>
              </a:prstGeom>
              <a:solidFill>
                <a:srgbClr val="D00000">
                  <a:alpha val="49705"/>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grpSp>
      </p:grpSp>
      <p:pic>
        <p:nvPicPr>
          <p:cNvPr id="9" name="Mivada_Logo_White_RGB_L.png" descr="Mivada_Logo_White_RGB_L.png">
            <a:extLst>
              <a:ext uri="{FF2B5EF4-FFF2-40B4-BE49-F238E27FC236}">
                <a16:creationId xmlns:a16="http://schemas.microsoft.com/office/drawing/2014/main" id="{990D0F04-B0EF-DE2E-F868-157CB91E2979}"/>
              </a:ext>
            </a:extLst>
          </p:cNvPr>
          <p:cNvPicPr>
            <a:picLocks noChangeAspect="1"/>
          </p:cNvPicPr>
          <p:nvPr userDrawn="1"/>
        </p:nvPicPr>
        <p:blipFill>
          <a:blip r:embed="rId2"/>
          <a:stretch>
            <a:fillRect/>
          </a:stretch>
        </p:blipFill>
        <p:spPr>
          <a:xfrm>
            <a:off x="692628" y="544082"/>
            <a:ext cx="2736000" cy="415043"/>
          </a:xfrm>
          <a:prstGeom prst="rect">
            <a:avLst/>
          </a:prstGeom>
          <a:ln w="12700">
            <a:miter lim="400000"/>
          </a:ln>
        </p:spPr>
      </p:pic>
      <p:sp>
        <p:nvSpPr>
          <p:cNvPr id="10" name="Title 1">
            <a:extLst>
              <a:ext uri="{FF2B5EF4-FFF2-40B4-BE49-F238E27FC236}">
                <a16:creationId xmlns:a16="http://schemas.microsoft.com/office/drawing/2014/main" id="{0022E124-E739-5F30-E7B6-B7C95BFD7F0B}"/>
              </a:ext>
            </a:extLst>
          </p:cNvPr>
          <p:cNvSpPr>
            <a:spLocks noGrp="1"/>
          </p:cNvSpPr>
          <p:nvPr userDrawn="1">
            <p:ph type="ctrTitle" hasCustomPrompt="1"/>
          </p:nvPr>
        </p:nvSpPr>
        <p:spPr>
          <a:xfrm>
            <a:off x="690880" y="1081305"/>
            <a:ext cx="4955540" cy="1655762"/>
          </a:xfrm>
        </p:spPr>
        <p:txBody>
          <a:bodyPr anchor="b">
            <a:normAutofit/>
          </a:bodyPr>
          <a:lstStyle>
            <a:lvl1pPr algn="l">
              <a:defRPr sz="4400">
                <a:solidFill>
                  <a:schemeClr val="bg1"/>
                </a:solidFill>
                <a:latin typeface="Georgia" panose="02040502050405020303" pitchFamily="18" charset="0"/>
              </a:defRPr>
            </a:lvl1pPr>
          </a:lstStyle>
          <a:p>
            <a:r>
              <a:rPr lang="en-GB"/>
              <a:t>Presentation Title</a:t>
            </a:r>
            <a:endParaRPr lang="en-US"/>
          </a:p>
        </p:txBody>
      </p:sp>
      <p:sp>
        <p:nvSpPr>
          <p:cNvPr id="11" name="Subtitle 2">
            <a:extLst>
              <a:ext uri="{FF2B5EF4-FFF2-40B4-BE49-F238E27FC236}">
                <a16:creationId xmlns:a16="http://schemas.microsoft.com/office/drawing/2014/main" id="{EB02C498-C2BA-E2D6-FEDB-8A7BEE6DB2E9}"/>
              </a:ext>
            </a:extLst>
          </p:cNvPr>
          <p:cNvSpPr>
            <a:spLocks noGrp="1"/>
          </p:cNvSpPr>
          <p:nvPr userDrawn="1">
            <p:ph type="subTitle" idx="1" hasCustomPrompt="1"/>
          </p:nvPr>
        </p:nvSpPr>
        <p:spPr>
          <a:xfrm>
            <a:off x="690880" y="2829142"/>
            <a:ext cx="4955540" cy="1291792"/>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 Author or Date go here</a:t>
            </a:r>
            <a:endParaRPr lang="en-US"/>
          </a:p>
        </p:txBody>
      </p:sp>
      <p:sp>
        <p:nvSpPr>
          <p:cNvPr id="7" name="Text Placeholder 5">
            <a:extLst>
              <a:ext uri="{FF2B5EF4-FFF2-40B4-BE49-F238E27FC236}">
                <a16:creationId xmlns:a16="http://schemas.microsoft.com/office/drawing/2014/main" id="{A0308D1C-6F00-702D-2FAA-E0D8CC773283}"/>
              </a:ext>
            </a:extLst>
          </p:cNvPr>
          <p:cNvSpPr>
            <a:spLocks noGrp="1"/>
          </p:cNvSpPr>
          <p:nvPr userDrawn="1">
            <p:ph type="body" sz="quarter" idx="24" hasCustomPrompt="1"/>
          </p:nvPr>
        </p:nvSpPr>
        <p:spPr>
          <a:xfrm>
            <a:off x="690563" y="5044932"/>
            <a:ext cx="3898529" cy="1350963"/>
          </a:xfrm>
        </p:spPr>
        <p:txBody>
          <a:bodyPr anchor="b">
            <a:normAutofit/>
          </a:bodyPr>
          <a:lstStyle>
            <a:lvl1pPr marL="0" indent="0">
              <a:buNone/>
              <a:defRPr sz="1600">
                <a:solidFill>
                  <a:schemeClr val="bg1"/>
                </a:solidFill>
              </a:defRPr>
            </a:lvl1pPr>
          </a:lstStyle>
          <a:p>
            <a:pPr lvl="0"/>
            <a:r>
              <a:rPr lang="en-GB"/>
              <a:t>Additional Information</a:t>
            </a:r>
            <a:endParaRPr lang="en-US"/>
          </a:p>
        </p:txBody>
      </p:sp>
    </p:spTree>
    <p:extLst>
      <p:ext uri="{BB962C8B-B14F-4D97-AF65-F5344CB8AC3E}">
        <p14:creationId xmlns:p14="http://schemas.microsoft.com/office/powerpoint/2010/main" val="41315407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Large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4" name="Rounded Rectangle">
            <a:extLst>
              <a:ext uri="{FF2B5EF4-FFF2-40B4-BE49-F238E27FC236}">
                <a16:creationId xmlns:a16="http://schemas.microsoft.com/office/drawing/2014/main" id="{A1618278-E674-CCA1-A44E-B5B5083A58F6}"/>
              </a:ext>
            </a:extLst>
          </p:cNvPr>
          <p:cNvSpPr/>
          <p:nvPr userDrawn="1"/>
        </p:nvSpPr>
        <p:spPr>
          <a:xfrm rot="1800000">
            <a:off x="4831614" y="1217909"/>
            <a:ext cx="2130934" cy="4258097"/>
          </a:xfrm>
          <a:prstGeom prst="roundRect">
            <a:avLst>
              <a:gd name="adj" fmla="val 50000"/>
            </a:avLst>
          </a:prstGeom>
          <a:solidFill>
            <a:srgbClr val="FF9D8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5" name="Rounded Rectangle">
            <a:extLst>
              <a:ext uri="{FF2B5EF4-FFF2-40B4-BE49-F238E27FC236}">
                <a16:creationId xmlns:a16="http://schemas.microsoft.com/office/drawing/2014/main" id="{64BF4747-DE9B-093A-1656-5A722E6936D1}"/>
              </a:ext>
            </a:extLst>
          </p:cNvPr>
          <p:cNvSpPr/>
          <p:nvPr userDrawn="1"/>
        </p:nvSpPr>
        <p:spPr>
          <a:xfrm rot="900000">
            <a:off x="7133205" y="1101714"/>
            <a:ext cx="2130933" cy="4258096"/>
          </a:xfrm>
          <a:prstGeom prst="roundRect">
            <a:avLst>
              <a:gd name="adj" fmla="val 50000"/>
            </a:avLst>
          </a:prstGeom>
          <a:solidFill>
            <a:srgbClr val="E83D2D"/>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pic>
        <p:nvPicPr>
          <p:cNvPr id="6" name="jose-puma-MdpWvFtfI-Q-unsplash.jpeg" descr="jose-puma-MdpWvFtfI-Q-unsplash.jpeg">
            <a:extLst>
              <a:ext uri="{FF2B5EF4-FFF2-40B4-BE49-F238E27FC236}">
                <a16:creationId xmlns:a16="http://schemas.microsoft.com/office/drawing/2014/main" id="{4EB6EF7D-B5C7-6CB7-08EF-0DFF6D736D9D}"/>
              </a:ext>
            </a:extLst>
          </p:cNvPr>
          <p:cNvPicPr>
            <a:picLocks noChangeAspect="1"/>
          </p:cNvPicPr>
          <p:nvPr userDrawn="1"/>
        </p:nvPicPr>
        <p:blipFill>
          <a:blip r:embed="rId2"/>
          <a:srcRect l="31333" t="12916" r="39476" b="41"/>
          <a:stretch>
            <a:fillRect/>
          </a:stretch>
        </p:blipFill>
        <p:spPr>
          <a:xfrm>
            <a:off x="9351937" y="1059119"/>
            <a:ext cx="2130925" cy="4258123"/>
          </a:xfrm>
          <a:custGeom>
            <a:avLst/>
            <a:gdLst/>
            <a:ahLst/>
            <a:cxnLst>
              <a:cxn ang="0">
                <a:pos x="wd2" y="hd2"/>
              </a:cxn>
              <a:cxn ang="5400000">
                <a:pos x="wd2" y="hd2"/>
              </a:cxn>
              <a:cxn ang="10800000">
                <a:pos x="wd2" y="hd2"/>
              </a:cxn>
              <a:cxn ang="16200000">
                <a:pos x="wd2" y="hd2"/>
              </a:cxn>
            </a:cxnLst>
            <a:rect l="0" t="0" r="r" b="b"/>
            <a:pathLst>
              <a:path w="21599" h="21600" extrusionOk="0">
                <a:moveTo>
                  <a:pt x="10800" y="0"/>
                </a:moveTo>
                <a:cubicBezTo>
                  <a:pt x="9540" y="0"/>
                  <a:pt x="8288" y="110"/>
                  <a:pt x="7104" y="326"/>
                </a:cubicBezTo>
                <a:cubicBezTo>
                  <a:pt x="4105" y="872"/>
                  <a:pt x="1742" y="2054"/>
                  <a:pt x="650" y="3556"/>
                </a:cubicBezTo>
                <a:cubicBezTo>
                  <a:pt x="-1" y="4497"/>
                  <a:pt x="0" y="5909"/>
                  <a:pt x="0" y="8262"/>
                </a:cubicBezTo>
                <a:lnTo>
                  <a:pt x="0" y="13338"/>
                </a:lnTo>
                <a:cubicBezTo>
                  <a:pt x="0" y="15691"/>
                  <a:pt x="-1" y="17102"/>
                  <a:pt x="650" y="18043"/>
                </a:cubicBezTo>
                <a:cubicBezTo>
                  <a:pt x="1742" y="19544"/>
                  <a:pt x="4105" y="20728"/>
                  <a:pt x="7104" y="21274"/>
                </a:cubicBezTo>
                <a:cubicBezTo>
                  <a:pt x="8288" y="21490"/>
                  <a:pt x="9540" y="21600"/>
                  <a:pt x="10800" y="21600"/>
                </a:cubicBezTo>
                <a:cubicBezTo>
                  <a:pt x="12060" y="21600"/>
                  <a:pt x="13310" y="21490"/>
                  <a:pt x="14494" y="21274"/>
                </a:cubicBezTo>
                <a:cubicBezTo>
                  <a:pt x="17493" y="20728"/>
                  <a:pt x="19856" y="19544"/>
                  <a:pt x="20948" y="18043"/>
                </a:cubicBezTo>
                <a:cubicBezTo>
                  <a:pt x="21599" y="17102"/>
                  <a:pt x="21598" y="15691"/>
                  <a:pt x="21598" y="13338"/>
                </a:cubicBezTo>
                <a:lnTo>
                  <a:pt x="21598" y="8262"/>
                </a:lnTo>
                <a:cubicBezTo>
                  <a:pt x="21598" y="5909"/>
                  <a:pt x="21599" y="4497"/>
                  <a:pt x="20948" y="3556"/>
                </a:cubicBezTo>
                <a:cubicBezTo>
                  <a:pt x="19856" y="2054"/>
                  <a:pt x="17493" y="872"/>
                  <a:pt x="14494" y="326"/>
                </a:cubicBezTo>
                <a:cubicBezTo>
                  <a:pt x="13310" y="110"/>
                  <a:pt x="12060" y="0"/>
                  <a:pt x="10800" y="0"/>
                </a:cubicBezTo>
                <a:close/>
              </a:path>
            </a:pathLst>
          </a:custGeom>
          <a:ln w="12700">
            <a:miter lim="400000"/>
          </a:ln>
        </p:spPr>
      </p:pic>
      <p:sp>
        <p:nvSpPr>
          <p:cNvPr id="7" name="Picture Placeholder 13">
            <a:extLst>
              <a:ext uri="{FF2B5EF4-FFF2-40B4-BE49-F238E27FC236}">
                <a16:creationId xmlns:a16="http://schemas.microsoft.com/office/drawing/2014/main" id="{0F9A64E5-98AD-1759-6088-887888EAA9C9}"/>
              </a:ext>
            </a:extLst>
          </p:cNvPr>
          <p:cNvSpPr>
            <a:spLocks noGrp="1"/>
          </p:cNvSpPr>
          <p:nvPr>
            <p:ph type="pic" sz="quarter" idx="23"/>
          </p:nvPr>
        </p:nvSpPr>
        <p:spPr>
          <a:xfrm>
            <a:off x="9351903" y="1053350"/>
            <a:ext cx="2130704" cy="4263383"/>
          </a:xfrm>
          <a:custGeom>
            <a:avLst/>
            <a:gdLst>
              <a:gd name="connsiteX0" fmla="*/ 1929406 w 3859212"/>
              <a:gd name="connsiteY0" fmla="*/ 0 h 7722000"/>
              <a:gd name="connsiteX1" fmla="*/ 3849250 w 3859212"/>
              <a:gd name="connsiteY1" fmla="*/ 1732495 h 7722000"/>
              <a:gd name="connsiteX2" fmla="*/ 3859212 w 3859212"/>
              <a:gd name="connsiteY2" fmla="*/ 1929767 h 7722000"/>
              <a:gd name="connsiteX3" fmla="*/ 3859212 w 3859212"/>
              <a:gd name="connsiteY3" fmla="*/ 5792195 h 7722000"/>
              <a:gd name="connsiteX4" fmla="*/ 2126718 w 3859212"/>
              <a:gd name="connsiteY4" fmla="*/ 7712038 h 7722000"/>
              <a:gd name="connsiteX5" fmla="*/ 1929426 w 3859212"/>
              <a:gd name="connsiteY5" fmla="*/ 7722000 h 7722000"/>
              <a:gd name="connsiteX6" fmla="*/ 1929406 w 3859212"/>
              <a:gd name="connsiteY6" fmla="*/ 7722000 h 7722000"/>
              <a:gd name="connsiteX7" fmla="*/ 9566 w 3859212"/>
              <a:gd name="connsiteY7" fmla="*/ 5989505 h 7722000"/>
              <a:gd name="connsiteX8" fmla="*/ 0 w 3859212"/>
              <a:gd name="connsiteY8" fmla="*/ 5800076 h 7722000"/>
              <a:gd name="connsiteX9" fmla="*/ 0 w 3859212"/>
              <a:gd name="connsiteY9" fmla="*/ 1921925 h 7722000"/>
              <a:gd name="connsiteX10" fmla="*/ 9566 w 3859212"/>
              <a:gd name="connsiteY10" fmla="*/ 1732495 h 7722000"/>
              <a:gd name="connsiteX11" fmla="*/ 1929406 w 3859212"/>
              <a:gd name="connsiteY11" fmla="*/ 0 h 772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59212" h="7722000">
                <a:moveTo>
                  <a:pt x="1929406" y="0"/>
                </a:moveTo>
                <a:cubicBezTo>
                  <a:pt x="2928598" y="0"/>
                  <a:pt x="3750426" y="759379"/>
                  <a:pt x="3849250" y="1732495"/>
                </a:cubicBezTo>
                <a:lnTo>
                  <a:pt x="3859212" y="1929767"/>
                </a:lnTo>
                <a:lnTo>
                  <a:pt x="3859212" y="5792195"/>
                </a:lnTo>
                <a:cubicBezTo>
                  <a:pt x="3859212" y="6791384"/>
                  <a:pt x="3099834" y="7613212"/>
                  <a:pt x="2126718" y="7712038"/>
                </a:cubicBezTo>
                <a:lnTo>
                  <a:pt x="1929426" y="7722000"/>
                </a:lnTo>
                <a:lnTo>
                  <a:pt x="1929406" y="7722000"/>
                </a:lnTo>
                <a:cubicBezTo>
                  <a:pt x="930218" y="7722000"/>
                  <a:pt x="108390" y="6962621"/>
                  <a:pt x="9566" y="5989505"/>
                </a:cubicBezTo>
                <a:lnTo>
                  <a:pt x="0" y="5800076"/>
                </a:lnTo>
                <a:lnTo>
                  <a:pt x="0" y="1921925"/>
                </a:lnTo>
                <a:lnTo>
                  <a:pt x="9566" y="1732495"/>
                </a:lnTo>
                <a:cubicBezTo>
                  <a:pt x="108390" y="759379"/>
                  <a:pt x="930218" y="0"/>
                  <a:pt x="1929406" y="0"/>
                </a:cubicBezTo>
                <a:close/>
              </a:path>
            </a:pathLst>
          </a:custGeom>
        </p:spPr>
        <p:txBody>
          <a:bodyPr wrap="square">
            <a:noAutofit/>
          </a:bodyPr>
          <a:lstStyle>
            <a:lvl1pPr>
              <a:defRPr sz="1400"/>
            </a:lvl1pPr>
          </a:lstStyle>
          <a:p>
            <a:r>
              <a:rPr lang="en-GB"/>
              <a:t>Click icon to add picture</a:t>
            </a:r>
            <a:endParaRPr lang="en-US"/>
          </a:p>
        </p:txBody>
      </p:sp>
      <p:sp>
        <p:nvSpPr>
          <p:cNvPr id="2" name="Title 1">
            <a:extLst>
              <a:ext uri="{FF2B5EF4-FFF2-40B4-BE49-F238E27FC236}">
                <a16:creationId xmlns:a16="http://schemas.microsoft.com/office/drawing/2014/main" id="{1B6A06F0-7ACC-295A-7A6D-F18A0758C641}"/>
              </a:ext>
            </a:extLst>
          </p:cNvPr>
          <p:cNvSpPr>
            <a:spLocks noGrp="1"/>
          </p:cNvSpPr>
          <p:nvPr>
            <p:ph type="ctrTitle" hasCustomPrompt="1"/>
          </p:nvPr>
        </p:nvSpPr>
        <p:spPr>
          <a:xfrm>
            <a:off x="690880" y="647272"/>
            <a:ext cx="4955540" cy="2089795"/>
          </a:xfrm>
        </p:spPr>
        <p:txBody>
          <a:bodyPr anchor="b">
            <a:normAutofit/>
          </a:bodyPr>
          <a:lstStyle>
            <a:lvl1pPr algn="l">
              <a:defRPr sz="4400">
                <a:solidFill>
                  <a:schemeClr val="bg1"/>
                </a:solidFill>
                <a:latin typeface="Georgia" panose="02040502050405020303" pitchFamily="18" charset="0"/>
              </a:defRPr>
            </a:lvl1pPr>
          </a:lstStyle>
          <a:p>
            <a:r>
              <a:rPr lang="en-GB"/>
              <a:t>Presentation Title</a:t>
            </a:r>
            <a:endParaRPr lang="en-US"/>
          </a:p>
        </p:txBody>
      </p:sp>
      <p:pic>
        <p:nvPicPr>
          <p:cNvPr id="9" name="Mivada_Logo_White_RGB_L.png" descr="Mivada_Logo_White_RGB_L.png">
            <a:extLst>
              <a:ext uri="{FF2B5EF4-FFF2-40B4-BE49-F238E27FC236}">
                <a16:creationId xmlns:a16="http://schemas.microsoft.com/office/drawing/2014/main" id="{990D0F04-B0EF-DE2E-F868-157CB91E2979}"/>
              </a:ext>
            </a:extLst>
          </p:cNvPr>
          <p:cNvPicPr>
            <a:picLocks noChangeAspect="1"/>
          </p:cNvPicPr>
          <p:nvPr userDrawn="1"/>
        </p:nvPicPr>
        <p:blipFill>
          <a:blip r:embed="rId3"/>
          <a:stretch>
            <a:fillRect/>
          </a:stretch>
        </p:blipFill>
        <p:spPr>
          <a:xfrm>
            <a:off x="8827692" y="5950194"/>
            <a:ext cx="2624093" cy="398067"/>
          </a:xfrm>
          <a:prstGeom prst="rect">
            <a:avLst/>
          </a:prstGeom>
          <a:ln w="12700">
            <a:miter lim="400000"/>
          </a:ln>
        </p:spPr>
      </p:pic>
      <p:sp>
        <p:nvSpPr>
          <p:cNvPr id="12" name="Subtitle 2">
            <a:extLst>
              <a:ext uri="{FF2B5EF4-FFF2-40B4-BE49-F238E27FC236}">
                <a16:creationId xmlns:a16="http://schemas.microsoft.com/office/drawing/2014/main" id="{CC388ED0-4610-2232-DC05-E7D466A0974C}"/>
              </a:ext>
            </a:extLst>
          </p:cNvPr>
          <p:cNvSpPr>
            <a:spLocks noGrp="1"/>
          </p:cNvSpPr>
          <p:nvPr>
            <p:ph type="subTitle" idx="1" hasCustomPrompt="1"/>
          </p:nvPr>
        </p:nvSpPr>
        <p:spPr>
          <a:xfrm>
            <a:off x="690880" y="2829142"/>
            <a:ext cx="4955540" cy="1291792"/>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 Author or Date go here</a:t>
            </a:r>
            <a:endParaRPr lang="en-US"/>
          </a:p>
        </p:txBody>
      </p:sp>
      <p:sp>
        <p:nvSpPr>
          <p:cNvPr id="3" name="Text Placeholder 5">
            <a:extLst>
              <a:ext uri="{FF2B5EF4-FFF2-40B4-BE49-F238E27FC236}">
                <a16:creationId xmlns:a16="http://schemas.microsoft.com/office/drawing/2014/main" id="{B78688E8-C1BC-203D-0ED6-E02085D6BE67}"/>
              </a:ext>
            </a:extLst>
          </p:cNvPr>
          <p:cNvSpPr>
            <a:spLocks noGrp="1"/>
          </p:cNvSpPr>
          <p:nvPr>
            <p:ph type="body" sz="quarter" idx="24" hasCustomPrompt="1"/>
          </p:nvPr>
        </p:nvSpPr>
        <p:spPr>
          <a:xfrm>
            <a:off x="690563" y="5044932"/>
            <a:ext cx="3898529" cy="1350963"/>
          </a:xfrm>
        </p:spPr>
        <p:txBody>
          <a:bodyPr anchor="b">
            <a:normAutofit/>
          </a:bodyPr>
          <a:lstStyle>
            <a:lvl1pPr marL="0" indent="0">
              <a:buNone/>
              <a:defRPr sz="1600">
                <a:solidFill>
                  <a:schemeClr val="bg1"/>
                </a:solidFill>
              </a:defRPr>
            </a:lvl1pPr>
          </a:lstStyle>
          <a:p>
            <a:pPr lvl="0"/>
            <a:r>
              <a:rPr lang="en-GB"/>
              <a:t>Additional Information</a:t>
            </a:r>
            <a:endParaRPr lang="en-US"/>
          </a:p>
        </p:txBody>
      </p:sp>
    </p:spTree>
    <p:extLst>
      <p:ext uri="{BB962C8B-B14F-4D97-AF65-F5344CB8AC3E}">
        <p14:creationId xmlns:p14="http://schemas.microsoft.com/office/powerpoint/2010/main" val="38877235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Large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4" name="Rounded Rectangle">
            <a:extLst>
              <a:ext uri="{FF2B5EF4-FFF2-40B4-BE49-F238E27FC236}">
                <a16:creationId xmlns:a16="http://schemas.microsoft.com/office/drawing/2014/main" id="{A1618278-E674-CCA1-A44E-B5B5083A58F6}"/>
              </a:ext>
            </a:extLst>
          </p:cNvPr>
          <p:cNvSpPr/>
          <p:nvPr userDrawn="1"/>
        </p:nvSpPr>
        <p:spPr>
          <a:xfrm rot="1800000">
            <a:off x="4831614" y="1217909"/>
            <a:ext cx="2130934" cy="4258097"/>
          </a:xfrm>
          <a:prstGeom prst="roundRect">
            <a:avLst>
              <a:gd name="adj" fmla="val 50000"/>
            </a:avLst>
          </a:prstGeom>
          <a:solidFill>
            <a:srgbClr val="FFE45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5" name="Rounded Rectangle">
            <a:extLst>
              <a:ext uri="{FF2B5EF4-FFF2-40B4-BE49-F238E27FC236}">
                <a16:creationId xmlns:a16="http://schemas.microsoft.com/office/drawing/2014/main" id="{64BF4747-DE9B-093A-1656-5A722E6936D1}"/>
              </a:ext>
            </a:extLst>
          </p:cNvPr>
          <p:cNvSpPr/>
          <p:nvPr userDrawn="1"/>
        </p:nvSpPr>
        <p:spPr>
          <a:xfrm rot="900000">
            <a:off x="7133205" y="1101714"/>
            <a:ext cx="2130933" cy="4258096"/>
          </a:xfrm>
          <a:prstGeom prst="roundRect">
            <a:avLst>
              <a:gd name="adj" fmla="val 50000"/>
            </a:avLst>
          </a:prstGeom>
          <a:solidFill>
            <a:schemeClr val="accent5"/>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2" name="Title 1">
            <a:extLst>
              <a:ext uri="{FF2B5EF4-FFF2-40B4-BE49-F238E27FC236}">
                <a16:creationId xmlns:a16="http://schemas.microsoft.com/office/drawing/2014/main" id="{1B6A06F0-7ACC-295A-7A6D-F18A0758C641}"/>
              </a:ext>
            </a:extLst>
          </p:cNvPr>
          <p:cNvSpPr>
            <a:spLocks noGrp="1"/>
          </p:cNvSpPr>
          <p:nvPr>
            <p:ph type="ctrTitle" hasCustomPrompt="1"/>
          </p:nvPr>
        </p:nvSpPr>
        <p:spPr>
          <a:xfrm>
            <a:off x="690880" y="647272"/>
            <a:ext cx="4955540" cy="2089795"/>
          </a:xfrm>
        </p:spPr>
        <p:txBody>
          <a:bodyPr anchor="b">
            <a:normAutofit/>
          </a:bodyPr>
          <a:lstStyle>
            <a:lvl1pPr algn="l">
              <a:defRPr sz="4400">
                <a:solidFill>
                  <a:schemeClr val="bg1"/>
                </a:solidFill>
                <a:latin typeface="Georgia" panose="02040502050405020303" pitchFamily="18" charset="0"/>
              </a:defRPr>
            </a:lvl1pPr>
          </a:lstStyle>
          <a:p>
            <a:r>
              <a:rPr lang="en-GB"/>
              <a:t>Presentation Title</a:t>
            </a:r>
            <a:endParaRPr lang="en-US"/>
          </a:p>
        </p:txBody>
      </p:sp>
      <p:pic>
        <p:nvPicPr>
          <p:cNvPr id="3" name="brennan-martinez-jNUU8pKkkL8-unsplash.jpeg" descr="brennan-martinez-jNUU8pKkkL8-unsplash.jpeg">
            <a:extLst>
              <a:ext uri="{FF2B5EF4-FFF2-40B4-BE49-F238E27FC236}">
                <a16:creationId xmlns:a16="http://schemas.microsoft.com/office/drawing/2014/main" id="{EE7325F0-11E0-551F-D598-FFDC06E1549F}"/>
              </a:ext>
            </a:extLst>
          </p:cNvPr>
          <p:cNvPicPr>
            <a:picLocks noChangeAspect="1"/>
          </p:cNvPicPr>
          <p:nvPr userDrawn="1"/>
        </p:nvPicPr>
        <p:blipFill>
          <a:blip r:embed="rId2"/>
          <a:srcRect l="18650" t="16474" r="18650"/>
          <a:stretch>
            <a:fillRect/>
          </a:stretch>
        </p:blipFill>
        <p:spPr>
          <a:xfrm>
            <a:off x="9351648" y="1057901"/>
            <a:ext cx="2129014" cy="4254280"/>
          </a:xfrm>
          <a:custGeom>
            <a:avLst/>
            <a:gdLst/>
            <a:ahLst/>
            <a:cxnLst>
              <a:cxn ang="0">
                <a:pos x="wd2" y="hd2"/>
              </a:cxn>
              <a:cxn ang="5400000">
                <a:pos x="wd2" y="hd2"/>
              </a:cxn>
              <a:cxn ang="10800000">
                <a:pos x="wd2" y="hd2"/>
              </a:cxn>
              <a:cxn ang="16200000">
                <a:pos x="wd2" y="hd2"/>
              </a:cxn>
            </a:cxnLst>
            <a:rect l="0" t="0" r="r" b="b"/>
            <a:pathLst>
              <a:path w="21599" h="21600" extrusionOk="0">
                <a:moveTo>
                  <a:pt x="10800" y="0"/>
                </a:moveTo>
                <a:cubicBezTo>
                  <a:pt x="9540" y="0"/>
                  <a:pt x="8288" y="110"/>
                  <a:pt x="7104" y="326"/>
                </a:cubicBezTo>
                <a:cubicBezTo>
                  <a:pt x="4105" y="872"/>
                  <a:pt x="1742" y="2054"/>
                  <a:pt x="650" y="3556"/>
                </a:cubicBezTo>
                <a:cubicBezTo>
                  <a:pt x="-1" y="4497"/>
                  <a:pt x="0" y="5909"/>
                  <a:pt x="0" y="8262"/>
                </a:cubicBezTo>
                <a:lnTo>
                  <a:pt x="0" y="13338"/>
                </a:lnTo>
                <a:cubicBezTo>
                  <a:pt x="0" y="15691"/>
                  <a:pt x="-1" y="17102"/>
                  <a:pt x="650" y="18043"/>
                </a:cubicBezTo>
                <a:cubicBezTo>
                  <a:pt x="1742" y="19544"/>
                  <a:pt x="4105" y="20728"/>
                  <a:pt x="7104" y="21274"/>
                </a:cubicBezTo>
                <a:cubicBezTo>
                  <a:pt x="8288" y="21490"/>
                  <a:pt x="9540" y="21600"/>
                  <a:pt x="10800" y="21600"/>
                </a:cubicBezTo>
                <a:cubicBezTo>
                  <a:pt x="12060" y="21600"/>
                  <a:pt x="13310" y="21490"/>
                  <a:pt x="14494" y="21274"/>
                </a:cubicBezTo>
                <a:cubicBezTo>
                  <a:pt x="17493" y="20728"/>
                  <a:pt x="19856" y="19544"/>
                  <a:pt x="20948" y="18043"/>
                </a:cubicBezTo>
                <a:cubicBezTo>
                  <a:pt x="21599" y="17102"/>
                  <a:pt x="21598" y="15691"/>
                  <a:pt x="21598" y="13338"/>
                </a:cubicBezTo>
                <a:lnTo>
                  <a:pt x="21598" y="8262"/>
                </a:lnTo>
                <a:cubicBezTo>
                  <a:pt x="21598" y="5909"/>
                  <a:pt x="21599" y="4497"/>
                  <a:pt x="20948" y="3556"/>
                </a:cubicBezTo>
                <a:cubicBezTo>
                  <a:pt x="19856" y="2054"/>
                  <a:pt x="17493" y="872"/>
                  <a:pt x="14494" y="326"/>
                </a:cubicBezTo>
                <a:cubicBezTo>
                  <a:pt x="13310" y="110"/>
                  <a:pt x="12060" y="0"/>
                  <a:pt x="10800" y="0"/>
                </a:cubicBezTo>
                <a:close/>
              </a:path>
            </a:pathLst>
          </a:custGeom>
          <a:ln w="12700">
            <a:miter lim="400000"/>
          </a:ln>
        </p:spPr>
      </p:pic>
      <p:sp>
        <p:nvSpPr>
          <p:cNvPr id="8" name="Picture Placeholder 13">
            <a:extLst>
              <a:ext uri="{FF2B5EF4-FFF2-40B4-BE49-F238E27FC236}">
                <a16:creationId xmlns:a16="http://schemas.microsoft.com/office/drawing/2014/main" id="{0A7262E0-10C5-908B-C52F-4B8EA0178692}"/>
              </a:ext>
            </a:extLst>
          </p:cNvPr>
          <p:cNvSpPr>
            <a:spLocks noGrp="1"/>
          </p:cNvSpPr>
          <p:nvPr>
            <p:ph type="pic" sz="quarter" idx="23"/>
          </p:nvPr>
        </p:nvSpPr>
        <p:spPr>
          <a:xfrm>
            <a:off x="9351903" y="1053350"/>
            <a:ext cx="2130704" cy="4263383"/>
          </a:xfrm>
          <a:custGeom>
            <a:avLst/>
            <a:gdLst>
              <a:gd name="connsiteX0" fmla="*/ 1929406 w 3859212"/>
              <a:gd name="connsiteY0" fmla="*/ 0 h 7722000"/>
              <a:gd name="connsiteX1" fmla="*/ 3849250 w 3859212"/>
              <a:gd name="connsiteY1" fmla="*/ 1732495 h 7722000"/>
              <a:gd name="connsiteX2" fmla="*/ 3859212 w 3859212"/>
              <a:gd name="connsiteY2" fmla="*/ 1929767 h 7722000"/>
              <a:gd name="connsiteX3" fmla="*/ 3859212 w 3859212"/>
              <a:gd name="connsiteY3" fmla="*/ 5792195 h 7722000"/>
              <a:gd name="connsiteX4" fmla="*/ 2126718 w 3859212"/>
              <a:gd name="connsiteY4" fmla="*/ 7712038 h 7722000"/>
              <a:gd name="connsiteX5" fmla="*/ 1929426 w 3859212"/>
              <a:gd name="connsiteY5" fmla="*/ 7722000 h 7722000"/>
              <a:gd name="connsiteX6" fmla="*/ 1929406 w 3859212"/>
              <a:gd name="connsiteY6" fmla="*/ 7722000 h 7722000"/>
              <a:gd name="connsiteX7" fmla="*/ 9566 w 3859212"/>
              <a:gd name="connsiteY7" fmla="*/ 5989505 h 7722000"/>
              <a:gd name="connsiteX8" fmla="*/ 0 w 3859212"/>
              <a:gd name="connsiteY8" fmla="*/ 5800076 h 7722000"/>
              <a:gd name="connsiteX9" fmla="*/ 0 w 3859212"/>
              <a:gd name="connsiteY9" fmla="*/ 1921925 h 7722000"/>
              <a:gd name="connsiteX10" fmla="*/ 9566 w 3859212"/>
              <a:gd name="connsiteY10" fmla="*/ 1732495 h 7722000"/>
              <a:gd name="connsiteX11" fmla="*/ 1929406 w 3859212"/>
              <a:gd name="connsiteY11" fmla="*/ 0 h 772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59212" h="7722000">
                <a:moveTo>
                  <a:pt x="1929406" y="0"/>
                </a:moveTo>
                <a:cubicBezTo>
                  <a:pt x="2928598" y="0"/>
                  <a:pt x="3750426" y="759379"/>
                  <a:pt x="3849250" y="1732495"/>
                </a:cubicBezTo>
                <a:lnTo>
                  <a:pt x="3859212" y="1929767"/>
                </a:lnTo>
                <a:lnTo>
                  <a:pt x="3859212" y="5792195"/>
                </a:lnTo>
                <a:cubicBezTo>
                  <a:pt x="3859212" y="6791384"/>
                  <a:pt x="3099834" y="7613212"/>
                  <a:pt x="2126718" y="7712038"/>
                </a:cubicBezTo>
                <a:lnTo>
                  <a:pt x="1929426" y="7722000"/>
                </a:lnTo>
                <a:lnTo>
                  <a:pt x="1929406" y="7722000"/>
                </a:lnTo>
                <a:cubicBezTo>
                  <a:pt x="930218" y="7722000"/>
                  <a:pt x="108390" y="6962621"/>
                  <a:pt x="9566" y="5989505"/>
                </a:cubicBezTo>
                <a:lnTo>
                  <a:pt x="0" y="5800076"/>
                </a:lnTo>
                <a:lnTo>
                  <a:pt x="0" y="1921925"/>
                </a:lnTo>
                <a:lnTo>
                  <a:pt x="9566" y="1732495"/>
                </a:lnTo>
                <a:cubicBezTo>
                  <a:pt x="108390" y="759379"/>
                  <a:pt x="930218" y="0"/>
                  <a:pt x="1929406" y="0"/>
                </a:cubicBezTo>
                <a:close/>
              </a:path>
            </a:pathLst>
          </a:custGeom>
        </p:spPr>
        <p:txBody>
          <a:bodyPr wrap="square">
            <a:noAutofit/>
          </a:bodyPr>
          <a:lstStyle>
            <a:lvl1pPr>
              <a:defRPr sz="1400"/>
            </a:lvl1pPr>
          </a:lstStyle>
          <a:p>
            <a:r>
              <a:rPr lang="en-GB"/>
              <a:t>Click icon to add picture</a:t>
            </a:r>
            <a:endParaRPr lang="en-US"/>
          </a:p>
        </p:txBody>
      </p:sp>
      <p:pic>
        <p:nvPicPr>
          <p:cNvPr id="13" name="Mivada_Logo_White_RGB_L.png" descr="Mivada_Logo_White_RGB_L.png">
            <a:extLst>
              <a:ext uri="{FF2B5EF4-FFF2-40B4-BE49-F238E27FC236}">
                <a16:creationId xmlns:a16="http://schemas.microsoft.com/office/drawing/2014/main" id="{612AE1D9-9EF2-105E-8B13-44017E2E4817}"/>
              </a:ext>
            </a:extLst>
          </p:cNvPr>
          <p:cNvPicPr>
            <a:picLocks noChangeAspect="1"/>
          </p:cNvPicPr>
          <p:nvPr userDrawn="1"/>
        </p:nvPicPr>
        <p:blipFill>
          <a:blip r:embed="rId3"/>
          <a:stretch>
            <a:fillRect/>
          </a:stretch>
        </p:blipFill>
        <p:spPr>
          <a:xfrm>
            <a:off x="8827692" y="5950194"/>
            <a:ext cx="2624093" cy="398067"/>
          </a:xfrm>
          <a:prstGeom prst="rect">
            <a:avLst/>
          </a:prstGeom>
          <a:ln w="12700">
            <a:miter lim="400000"/>
          </a:ln>
        </p:spPr>
      </p:pic>
      <p:sp>
        <p:nvSpPr>
          <p:cNvPr id="14" name="Subtitle 2">
            <a:extLst>
              <a:ext uri="{FF2B5EF4-FFF2-40B4-BE49-F238E27FC236}">
                <a16:creationId xmlns:a16="http://schemas.microsoft.com/office/drawing/2014/main" id="{75BB2E20-A886-2325-02BB-D36F9F633265}"/>
              </a:ext>
            </a:extLst>
          </p:cNvPr>
          <p:cNvSpPr>
            <a:spLocks noGrp="1"/>
          </p:cNvSpPr>
          <p:nvPr>
            <p:ph type="subTitle" idx="1" hasCustomPrompt="1"/>
          </p:nvPr>
        </p:nvSpPr>
        <p:spPr>
          <a:xfrm>
            <a:off x="690880" y="2829142"/>
            <a:ext cx="4955540" cy="1291792"/>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 Author or Date go here</a:t>
            </a:r>
            <a:endParaRPr lang="en-US"/>
          </a:p>
        </p:txBody>
      </p:sp>
      <p:sp>
        <p:nvSpPr>
          <p:cNvPr id="6" name="Text Placeholder 5">
            <a:extLst>
              <a:ext uri="{FF2B5EF4-FFF2-40B4-BE49-F238E27FC236}">
                <a16:creationId xmlns:a16="http://schemas.microsoft.com/office/drawing/2014/main" id="{3E8B51B1-056C-08AB-3C02-698496FB0BAC}"/>
              </a:ext>
            </a:extLst>
          </p:cNvPr>
          <p:cNvSpPr>
            <a:spLocks noGrp="1"/>
          </p:cNvSpPr>
          <p:nvPr>
            <p:ph type="body" sz="quarter" idx="24" hasCustomPrompt="1"/>
          </p:nvPr>
        </p:nvSpPr>
        <p:spPr>
          <a:xfrm>
            <a:off x="690563" y="5044932"/>
            <a:ext cx="3898529" cy="1350963"/>
          </a:xfrm>
        </p:spPr>
        <p:txBody>
          <a:bodyPr anchor="b">
            <a:normAutofit/>
          </a:bodyPr>
          <a:lstStyle>
            <a:lvl1pPr marL="0" indent="0">
              <a:buNone/>
              <a:defRPr sz="1600">
                <a:solidFill>
                  <a:schemeClr val="bg1"/>
                </a:solidFill>
              </a:defRPr>
            </a:lvl1pPr>
          </a:lstStyle>
          <a:p>
            <a:pPr lvl="0"/>
            <a:r>
              <a:rPr lang="en-GB"/>
              <a:t>Additional Information</a:t>
            </a:r>
            <a:endParaRPr lang="en-US"/>
          </a:p>
        </p:txBody>
      </p:sp>
    </p:spTree>
    <p:extLst>
      <p:ext uri="{BB962C8B-B14F-4D97-AF65-F5344CB8AC3E}">
        <p14:creationId xmlns:p14="http://schemas.microsoft.com/office/powerpoint/2010/main" val="20943981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Large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4" name="Rounded Rectangle">
            <a:extLst>
              <a:ext uri="{FF2B5EF4-FFF2-40B4-BE49-F238E27FC236}">
                <a16:creationId xmlns:a16="http://schemas.microsoft.com/office/drawing/2014/main" id="{A1618278-E674-CCA1-A44E-B5B5083A58F6}"/>
              </a:ext>
            </a:extLst>
          </p:cNvPr>
          <p:cNvSpPr/>
          <p:nvPr userDrawn="1"/>
        </p:nvSpPr>
        <p:spPr>
          <a:xfrm rot="1800000">
            <a:off x="4831614" y="1217909"/>
            <a:ext cx="2130934" cy="4258097"/>
          </a:xfrm>
          <a:prstGeom prst="roundRect">
            <a:avLst>
              <a:gd name="adj" fmla="val 50000"/>
            </a:avLst>
          </a:prstGeom>
          <a:solidFill>
            <a:srgbClr val="96DD4F"/>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5" name="Rounded Rectangle">
            <a:extLst>
              <a:ext uri="{FF2B5EF4-FFF2-40B4-BE49-F238E27FC236}">
                <a16:creationId xmlns:a16="http://schemas.microsoft.com/office/drawing/2014/main" id="{64BF4747-DE9B-093A-1656-5A722E6936D1}"/>
              </a:ext>
            </a:extLst>
          </p:cNvPr>
          <p:cNvSpPr/>
          <p:nvPr userDrawn="1"/>
        </p:nvSpPr>
        <p:spPr>
          <a:xfrm rot="900000">
            <a:off x="7133205" y="1101714"/>
            <a:ext cx="2130933" cy="4258096"/>
          </a:xfrm>
          <a:prstGeom prst="roundRect">
            <a:avLst>
              <a:gd name="adj" fmla="val 50000"/>
            </a:avLst>
          </a:prstGeom>
          <a:solidFill>
            <a:schemeClr val="accent6"/>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2" name="Title 1">
            <a:extLst>
              <a:ext uri="{FF2B5EF4-FFF2-40B4-BE49-F238E27FC236}">
                <a16:creationId xmlns:a16="http://schemas.microsoft.com/office/drawing/2014/main" id="{1B6A06F0-7ACC-295A-7A6D-F18A0758C641}"/>
              </a:ext>
            </a:extLst>
          </p:cNvPr>
          <p:cNvSpPr>
            <a:spLocks noGrp="1"/>
          </p:cNvSpPr>
          <p:nvPr>
            <p:ph type="ctrTitle" hasCustomPrompt="1"/>
          </p:nvPr>
        </p:nvSpPr>
        <p:spPr>
          <a:xfrm>
            <a:off x="690880" y="647272"/>
            <a:ext cx="4955540" cy="2089795"/>
          </a:xfrm>
        </p:spPr>
        <p:txBody>
          <a:bodyPr anchor="b">
            <a:normAutofit/>
          </a:bodyPr>
          <a:lstStyle>
            <a:lvl1pPr algn="l">
              <a:defRPr sz="4400">
                <a:solidFill>
                  <a:schemeClr val="bg1"/>
                </a:solidFill>
                <a:latin typeface="Georgia" panose="02040502050405020303" pitchFamily="18" charset="0"/>
              </a:defRPr>
            </a:lvl1pPr>
          </a:lstStyle>
          <a:p>
            <a:r>
              <a:rPr lang="en-GB"/>
              <a:t>Presentation Title</a:t>
            </a:r>
            <a:endParaRPr lang="en-US"/>
          </a:p>
        </p:txBody>
      </p:sp>
      <p:pic>
        <p:nvPicPr>
          <p:cNvPr id="13" name="Mivada_Logo_White_RGB_L.png" descr="Mivada_Logo_White_RGB_L.png">
            <a:extLst>
              <a:ext uri="{FF2B5EF4-FFF2-40B4-BE49-F238E27FC236}">
                <a16:creationId xmlns:a16="http://schemas.microsoft.com/office/drawing/2014/main" id="{612AE1D9-9EF2-105E-8B13-44017E2E4817}"/>
              </a:ext>
            </a:extLst>
          </p:cNvPr>
          <p:cNvPicPr>
            <a:picLocks noChangeAspect="1"/>
          </p:cNvPicPr>
          <p:nvPr userDrawn="1"/>
        </p:nvPicPr>
        <p:blipFill>
          <a:blip r:embed="rId2"/>
          <a:stretch>
            <a:fillRect/>
          </a:stretch>
        </p:blipFill>
        <p:spPr>
          <a:xfrm>
            <a:off x="8827692" y="5950194"/>
            <a:ext cx="2624093" cy="398067"/>
          </a:xfrm>
          <a:prstGeom prst="rect">
            <a:avLst/>
          </a:prstGeom>
          <a:ln w="12700">
            <a:miter lim="400000"/>
          </a:ln>
        </p:spPr>
      </p:pic>
      <p:pic>
        <p:nvPicPr>
          <p:cNvPr id="7" name="photo-1538448728514-b19826b97c9c.jpeg" descr="photo-1538448728514-b19826b97c9c.jpeg">
            <a:extLst>
              <a:ext uri="{FF2B5EF4-FFF2-40B4-BE49-F238E27FC236}">
                <a16:creationId xmlns:a16="http://schemas.microsoft.com/office/drawing/2014/main" id="{AAF5A900-90A8-607C-58E7-C5755B62AE67}"/>
              </a:ext>
            </a:extLst>
          </p:cNvPr>
          <p:cNvPicPr>
            <a:picLocks noChangeAspect="1"/>
          </p:cNvPicPr>
          <p:nvPr userDrawn="1"/>
        </p:nvPicPr>
        <p:blipFill>
          <a:blip r:embed="rId3"/>
          <a:srcRect l="3080" r="21853"/>
          <a:stretch>
            <a:fillRect/>
          </a:stretch>
        </p:blipFill>
        <p:spPr>
          <a:xfrm>
            <a:off x="9349703" y="1057901"/>
            <a:ext cx="2129014" cy="4254280"/>
          </a:xfrm>
          <a:custGeom>
            <a:avLst/>
            <a:gdLst/>
            <a:ahLst/>
            <a:cxnLst>
              <a:cxn ang="0">
                <a:pos x="wd2" y="hd2"/>
              </a:cxn>
              <a:cxn ang="5400000">
                <a:pos x="wd2" y="hd2"/>
              </a:cxn>
              <a:cxn ang="10800000">
                <a:pos x="wd2" y="hd2"/>
              </a:cxn>
              <a:cxn ang="16200000">
                <a:pos x="wd2" y="hd2"/>
              </a:cxn>
            </a:cxnLst>
            <a:rect l="0" t="0" r="r" b="b"/>
            <a:pathLst>
              <a:path w="21599" h="21600" extrusionOk="0">
                <a:moveTo>
                  <a:pt x="10800" y="0"/>
                </a:moveTo>
                <a:cubicBezTo>
                  <a:pt x="9540" y="0"/>
                  <a:pt x="8288" y="110"/>
                  <a:pt x="7104" y="326"/>
                </a:cubicBezTo>
                <a:cubicBezTo>
                  <a:pt x="4105" y="872"/>
                  <a:pt x="1742" y="2054"/>
                  <a:pt x="650" y="3556"/>
                </a:cubicBezTo>
                <a:cubicBezTo>
                  <a:pt x="-1" y="4497"/>
                  <a:pt x="0" y="5909"/>
                  <a:pt x="0" y="8262"/>
                </a:cubicBezTo>
                <a:lnTo>
                  <a:pt x="0" y="13338"/>
                </a:lnTo>
                <a:cubicBezTo>
                  <a:pt x="0" y="15691"/>
                  <a:pt x="-1" y="17102"/>
                  <a:pt x="650" y="18043"/>
                </a:cubicBezTo>
                <a:cubicBezTo>
                  <a:pt x="1742" y="19544"/>
                  <a:pt x="4105" y="20728"/>
                  <a:pt x="7104" y="21274"/>
                </a:cubicBezTo>
                <a:cubicBezTo>
                  <a:pt x="8288" y="21490"/>
                  <a:pt x="9540" y="21600"/>
                  <a:pt x="10800" y="21600"/>
                </a:cubicBezTo>
                <a:cubicBezTo>
                  <a:pt x="12060" y="21600"/>
                  <a:pt x="13310" y="21490"/>
                  <a:pt x="14494" y="21274"/>
                </a:cubicBezTo>
                <a:cubicBezTo>
                  <a:pt x="17493" y="20728"/>
                  <a:pt x="19856" y="19544"/>
                  <a:pt x="20948" y="18043"/>
                </a:cubicBezTo>
                <a:cubicBezTo>
                  <a:pt x="21599" y="17102"/>
                  <a:pt x="21598" y="15691"/>
                  <a:pt x="21598" y="13338"/>
                </a:cubicBezTo>
                <a:lnTo>
                  <a:pt x="21598" y="8262"/>
                </a:lnTo>
                <a:cubicBezTo>
                  <a:pt x="21598" y="5909"/>
                  <a:pt x="21599" y="4497"/>
                  <a:pt x="20948" y="3556"/>
                </a:cubicBezTo>
                <a:cubicBezTo>
                  <a:pt x="19856" y="2054"/>
                  <a:pt x="17493" y="872"/>
                  <a:pt x="14494" y="326"/>
                </a:cubicBezTo>
                <a:cubicBezTo>
                  <a:pt x="13310" y="110"/>
                  <a:pt x="12060" y="0"/>
                  <a:pt x="10800" y="0"/>
                </a:cubicBezTo>
                <a:close/>
              </a:path>
            </a:pathLst>
          </a:custGeom>
          <a:ln w="12700">
            <a:miter lim="400000"/>
          </a:ln>
        </p:spPr>
      </p:pic>
      <p:sp>
        <p:nvSpPr>
          <p:cNvPr id="14" name="Picture Placeholder 13">
            <a:extLst>
              <a:ext uri="{FF2B5EF4-FFF2-40B4-BE49-F238E27FC236}">
                <a16:creationId xmlns:a16="http://schemas.microsoft.com/office/drawing/2014/main" id="{625A16C7-B9F4-F9AF-B57D-A3C621FDF266}"/>
              </a:ext>
            </a:extLst>
          </p:cNvPr>
          <p:cNvSpPr>
            <a:spLocks noGrp="1"/>
          </p:cNvSpPr>
          <p:nvPr>
            <p:ph type="pic" sz="quarter" idx="23"/>
          </p:nvPr>
        </p:nvSpPr>
        <p:spPr>
          <a:xfrm>
            <a:off x="9351903" y="1053350"/>
            <a:ext cx="2130704" cy="4263383"/>
          </a:xfrm>
          <a:custGeom>
            <a:avLst/>
            <a:gdLst>
              <a:gd name="connsiteX0" fmla="*/ 1929406 w 3859212"/>
              <a:gd name="connsiteY0" fmla="*/ 0 h 7722000"/>
              <a:gd name="connsiteX1" fmla="*/ 3849250 w 3859212"/>
              <a:gd name="connsiteY1" fmla="*/ 1732495 h 7722000"/>
              <a:gd name="connsiteX2" fmla="*/ 3859212 w 3859212"/>
              <a:gd name="connsiteY2" fmla="*/ 1929767 h 7722000"/>
              <a:gd name="connsiteX3" fmla="*/ 3859212 w 3859212"/>
              <a:gd name="connsiteY3" fmla="*/ 5792195 h 7722000"/>
              <a:gd name="connsiteX4" fmla="*/ 2126718 w 3859212"/>
              <a:gd name="connsiteY4" fmla="*/ 7712038 h 7722000"/>
              <a:gd name="connsiteX5" fmla="*/ 1929426 w 3859212"/>
              <a:gd name="connsiteY5" fmla="*/ 7722000 h 7722000"/>
              <a:gd name="connsiteX6" fmla="*/ 1929406 w 3859212"/>
              <a:gd name="connsiteY6" fmla="*/ 7722000 h 7722000"/>
              <a:gd name="connsiteX7" fmla="*/ 9566 w 3859212"/>
              <a:gd name="connsiteY7" fmla="*/ 5989505 h 7722000"/>
              <a:gd name="connsiteX8" fmla="*/ 0 w 3859212"/>
              <a:gd name="connsiteY8" fmla="*/ 5800076 h 7722000"/>
              <a:gd name="connsiteX9" fmla="*/ 0 w 3859212"/>
              <a:gd name="connsiteY9" fmla="*/ 1921925 h 7722000"/>
              <a:gd name="connsiteX10" fmla="*/ 9566 w 3859212"/>
              <a:gd name="connsiteY10" fmla="*/ 1732495 h 7722000"/>
              <a:gd name="connsiteX11" fmla="*/ 1929406 w 3859212"/>
              <a:gd name="connsiteY11" fmla="*/ 0 h 772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59212" h="7722000">
                <a:moveTo>
                  <a:pt x="1929406" y="0"/>
                </a:moveTo>
                <a:cubicBezTo>
                  <a:pt x="2928598" y="0"/>
                  <a:pt x="3750426" y="759379"/>
                  <a:pt x="3849250" y="1732495"/>
                </a:cubicBezTo>
                <a:lnTo>
                  <a:pt x="3859212" y="1929767"/>
                </a:lnTo>
                <a:lnTo>
                  <a:pt x="3859212" y="5792195"/>
                </a:lnTo>
                <a:cubicBezTo>
                  <a:pt x="3859212" y="6791384"/>
                  <a:pt x="3099834" y="7613212"/>
                  <a:pt x="2126718" y="7712038"/>
                </a:cubicBezTo>
                <a:lnTo>
                  <a:pt x="1929426" y="7722000"/>
                </a:lnTo>
                <a:lnTo>
                  <a:pt x="1929406" y="7722000"/>
                </a:lnTo>
                <a:cubicBezTo>
                  <a:pt x="930218" y="7722000"/>
                  <a:pt x="108390" y="6962621"/>
                  <a:pt x="9566" y="5989505"/>
                </a:cubicBezTo>
                <a:lnTo>
                  <a:pt x="0" y="5800076"/>
                </a:lnTo>
                <a:lnTo>
                  <a:pt x="0" y="1921925"/>
                </a:lnTo>
                <a:lnTo>
                  <a:pt x="9566" y="1732495"/>
                </a:lnTo>
                <a:cubicBezTo>
                  <a:pt x="108390" y="759379"/>
                  <a:pt x="930218" y="0"/>
                  <a:pt x="1929406" y="0"/>
                </a:cubicBezTo>
                <a:close/>
              </a:path>
            </a:pathLst>
          </a:custGeom>
        </p:spPr>
        <p:txBody>
          <a:bodyPr wrap="square">
            <a:noAutofit/>
          </a:bodyPr>
          <a:lstStyle>
            <a:lvl1pPr>
              <a:defRPr sz="1400"/>
            </a:lvl1pPr>
          </a:lstStyle>
          <a:p>
            <a:r>
              <a:rPr lang="en-GB"/>
              <a:t>Click icon to add picture</a:t>
            </a:r>
            <a:endParaRPr lang="en-US"/>
          </a:p>
        </p:txBody>
      </p:sp>
      <p:sp>
        <p:nvSpPr>
          <p:cNvPr id="15" name="Subtitle 2">
            <a:extLst>
              <a:ext uri="{FF2B5EF4-FFF2-40B4-BE49-F238E27FC236}">
                <a16:creationId xmlns:a16="http://schemas.microsoft.com/office/drawing/2014/main" id="{FED06B52-1D30-F517-27D4-4ECBE44CCD4E}"/>
              </a:ext>
            </a:extLst>
          </p:cNvPr>
          <p:cNvSpPr>
            <a:spLocks noGrp="1"/>
          </p:cNvSpPr>
          <p:nvPr>
            <p:ph type="subTitle" idx="1" hasCustomPrompt="1"/>
          </p:nvPr>
        </p:nvSpPr>
        <p:spPr>
          <a:xfrm>
            <a:off x="690880" y="2829142"/>
            <a:ext cx="4955540" cy="1291792"/>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 Author or Date go here</a:t>
            </a:r>
            <a:endParaRPr lang="en-US"/>
          </a:p>
        </p:txBody>
      </p:sp>
      <p:sp>
        <p:nvSpPr>
          <p:cNvPr id="3" name="Text Placeholder 5">
            <a:extLst>
              <a:ext uri="{FF2B5EF4-FFF2-40B4-BE49-F238E27FC236}">
                <a16:creationId xmlns:a16="http://schemas.microsoft.com/office/drawing/2014/main" id="{2AC9E3A3-B6E6-0DC2-2A1F-6510A316EDE1}"/>
              </a:ext>
            </a:extLst>
          </p:cNvPr>
          <p:cNvSpPr>
            <a:spLocks noGrp="1"/>
          </p:cNvSpPr>
          <p:nvPr>
            <p:ph type="body" sz="quarter" idx="24" hasCustomPrompt="1"/>
          </p:nvPr>
        </p:nvSpPr>
        <p:spPr>
          <a:xfrm>
            <a:off x="690563" y="5044932"/>
            <a:ext cx="3898529" cy="1350963"/>
          </a:xfrm>
        </p:spPr>
        <p:txBody>
          <a:bodyPr anchor="b">
            <a:normAutofit/>
          </a:bodyPr>
          <a:lstStyle>
            <a:lvl1pPr marL="0" indent="0">
              <a:buNone/>
              <a:defRPr sz="1600">
                <a:solidFill>
                  <a:schemeClr val="bg1"/>
                </a:solidFill>
              </a:defRPr>
            </a:lvl1pPr>
          </a:lstStyle>
          <a:p>
            <a:pPr lvl="0"/>
            <a:r>
              <a:rPr lang="en-GB"/>
              <a:t>Additional Information</a:t>
            </a:r>
            <a:endParaRPr lang="en-US"/>
          </a:p>
        </p:txBody>
      </p:sp>
    </p:spTree>
    <p:extLst>
      <p:ext uri="{BB962C8B-B14F-4D97-AF65-F5344CB8AC3E}">
        <p14:creationId xmlns:p14="http://schemas.microsoft.com/office/powerpoint/2010/main" val="31676674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Large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4" name="Rounded Rectangle">
            <a:extLst>
              <a:ext uri="{FF2B5EF4-FFF2-40B4-BE49-F238E27FC236}">
                <a16:creationId xmlns:a16="http://schemas.microsoft.com/office/drawing/2014/main" id="{A1618278-E674-CCA1-A44E-B5B5083A58F6}"/>
              </a:ext>
            </a:extLst>
          </p:cNvPr>
          <p:cNvSpPr/>
          <p:nvPr userDrawn="1"/>
        </p:nvSpPr>
        <p:spPr>
          <a:xfrm rot="1800000">
            <a:off x="4831614" y="1217909"/>
            <a:ext cx="2130934" cy="4258097"/>
          </a:xfrm>
          <a:prstGeom prst="roundRect">
            <a:avLst>
              <a:gd name="adj" fmla="val 50000"/>
            </a:avLst>
          </a:prstGeom>
          <a:solidFill>
            <a:schemeClr val="accent1"/>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5" name="Rounded Rectangle">
            <a:extLst>
              <a:ext uri="{FF2B5EF4-FFF2-40B4-BE49-F238E27FC236}">
                <a16:creationId xmlns:a16="http://schemas.microsoft.com/office/drawing/2014/main" id="{64BF4747-DE9B-093A-1656-5A722E6936D1}"/>
              </a:ext>
            </a:extLst>
          </p:cNvPr>
          <p:cNvSpPr/>
          <p:nvPr userDrawn="1"/>
        </p:nvSpPr>
        <p:spPr>
          <a:xfrm rot="900000">
            <a:off x="7133205" y="1101714"/>
            <a:ext cx="2130933" cy="4258096"/>
          </a:xfrm>
          <a:prstGeom prst="roundRect">
            <a:avLst>
              <a:gd name="adj" fmla="val 50000"/>
            </a:avLst>
          </a:prstGeom>
          <a:solidFill>
            <a:schemeClr val="accent2"/>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2" name="Title 1">
            <a:extLst>
              <a:ext uri="{FF2B5EF4-FFF2-40B4-BE49-F238E27FC236}">
                <a16:creationId xmlns:a16="http://schemas.microsoft.com/office/drawing/2014/main" id="{1B6A06F0-7ACC-295A-7A6D-F18A0758C641}"/>
              </a:ext>
            </a:extLst>
          </p:cNvPr>
          <p:cNvSpPr>
            <a:spLocks noGrp="1"/>
          </p:cNvSpPr>
          <p:nvPr>
            <p:ph type="ctrTitle" hasCustomPrompt="1"/>
          </p:nvPr>
        </p:nvSpPr>
        <p:spPr>
          <a:xfrm>
            <a:off x="690880" y="647272"/>
            <a:ext cx="4955540" cy="2089795"/>
          </a:xfrm>
        </p:spPr>
        <p:txBody>
          <a:bodyPr anchor="b">
            <a:normAutofit/>
          </a:bodyPr>
          <a:lstStyle>
            <a:lvl1pPr algn="l">
              <a:defRPr sz="4400">
                <a:solidFill>
                  <a:schemeClr val="bg1"/>
                </a:solidFill>
                <a:latin typeface="Georgia" panose="02040502050405020303" pitchFamily="18" charset="0"/>
              </a:defRPr>
            </a:lvl1pPr>
          </a:lstStyle>
          <a:p>
            <a:r>
              <a:rPr lang="en-GB"/>
              <a:t>Presentation Title</a:t>
            </a:r>
            <a:endParaRPr lang="en-US"/>
          </a:p>
        </p:txBody>
      </p:sp>
      <p:pic>
        <p:nvPicPr>
          <p:cNvPr id="13" name="Mivada_Logo_White_RGB_L.png" descr="Mivada_Logo_White_RGB_L.png">
            <a:extLst>
              <a:ext uri="{FF2B5EF4-FFF2-40B4-BE49-F238E27FC236}">
                <a16:creationId xmlns:a16="http://schemas.microsoft.com/office/drawing/2014/main" id="{612AE1D9-9EF2-105E-8B13-44017E2E4817}"/>
              </a:ext>
            </a:extLst>
          </p:cNvPr>
          <p:cNvPicPr>
            <a:picLocks noChangeAspect="1"/>
          </p:cNvPicPr>
          <p:nvPr userDrawn="1"/>
        </p:nvPicPr>
        <p:blipFill>
          <a:blip r:embed="rId2"/>
          <a:stretch>
            <a:fillRect/>
          </a:stretch>
        </p:blipFill>
        <p:spPr>
          <a:xfrm>
            <a:off x="8827692" y="5950194"/>
            <a:ext cx="2624093" cy="398067"/>
          </a:xfrm>
          <a:prstGeom prst="rect">
            <a:avLst/>
          </a:prstGeom>
          <a:ln w="12700">
            <a:miter lim="400000"/>
          </a:ln>
        </p:spPr>
      </p:pic>
      <p:pic>
        <p:nvPicPr>
          <p:cNvPr id="7" name="photo-1538448728514-b19826b97c9c.jpeg" descr="photo-1538448728514-b19826b97c9c.jpeg">
            <a:extLst>
              <a:ext uri="{FF2B5EF4-FFF2-40B4-BE49-F238E27FC236}">
                <a16:creationId xmlns:a16="http://schemas.microsoft.com/office/drawing/2014/main" id="{AAF5A900-90A8-607C-58E7-C5755B62AE67}"/>
              </a:ext>
            </a:extLst>
          </p:cNvPr>
          <p:cNvPicPr>
            <a:picLocks noChangeAspect="1"/>
          </p:cNvPicPr>
          <p:nvPr userDrawn="1"/>
        </p:nvPicPr>
        <p:blipFill>
          <a:blip r:embed="rId3"/>
          <a:srcRect l="3080" r="21853"/>
          <a:stretch>
            <a:fillRect/>
          </a:stretch>
        </p:blipFill>
        <p:spPr>
          <a:xfrm>
            <a:off x="9349703" y="1057901"/>
            <a:ext cx="2129014" cy="4254280"/>
          </a:xfrm>
          <a:custGeom>
            <a:avLst/>
            <a:gdLst/>
            <a:ahLst/>
            <a:cxnLst>
              <a:cxn ang="0">
                <a:pos x="wd2" y="hd2"/>
              </a:cxn>
              <a:cxn ang="5400000">
                <a:pos x="wd2" y="hd2"/>
              </a:cxn>
              <a:cxn ang="10800000">
                <a:pos x="wd2" y="hd2"/>
              </a:cxn>
              <a:cxn ang="16200000">
                <a:pos x="wd2" y="hd2"/>
              </a:cxn>
            </a:cxnLst>
            <a:rect l="0" t="0" r="r" b="b"/>
            <a:pathLst>
              <a:path w="21599" h="21600" extrusionOk="0">
                <a:moveTo>
                  <a:pt x="10800" y="0"/>
                </a:moveTo>
                <a:cubicBezTo>
                  <a:pt x="9540" y="0"/>
                  <a:pt x="8288" y="110"/>
                  <a:pt x="7104" y="326"/>
                </a:cubicBezTo>
                <a:cubicBezTo>
                  <a:pt x="4105" y="872"/>
                  <a:pt x="1742" y="2054"/>
                  <a:pt x="650" y="3556"/>
                </a:cubicBezTo>
                <a:cubicBezTo>
                  <a:pt x="-1" y="4497"/>
                  <a:pt x="0" y="5909"/>
                  <a:pt x="0" y="8262"/>
                </a:cubicBezTo>
                <a:lnTo>
                  <a:pt x="0" y="13338"/>
                </a:lnTo>
                <a:cubicBezTo>
                  <a:pt x="0" y="15691"/>
                  <a:pt x="-1" y="17102"/>
                  <a:pt x="650" y="18043"/>
                </a:cubicBezTo>
                <a:cubicBezTo>
                  <a:pt x="1742" y="19544"/>
                  <a:pt x="4105" y="20728"/>
                  <a:pt x="7104" y="21274"/>
                </a:cubicBezTo>
                <a:cubicBezTo>
                  <a:pt x="8288" y="21490"/>
                  <a:pt x="9540" y="21600"/>
                  <a:pt x="10800" y="21600"/>
                </a:cubicBezTo>
                <a:cubicBezTo>
                  <a:pt x="12060" y="21600"/>
                  <a:pt x="13310" y="21490"/>
                  <a:pt x="14494" y="21274"/>
                </a:cubicBezTo>
                <a:cubicBezTo>
                  <a:pt x="17493" y="20728"/>
                  <a:pt x="19856" y="19544"/>
                  <a:pt x="20948" y="18043"/>
                </a:cubicBezTo>
                <a:cubicBezTo>
                  <a:pt x="21599" y="17102"/>
                  <a:pt x="21598" y="15691"/>
                  <a:pt x="21598" y="13338"/>
                </a:cubicBezTo>
                <a:lnTo>
                  <a:pt x="21598" y="8262"/>
                </a:lnTo>
                <a:cubicBezTo>
                  <a:pt x="21598" y="5909"/>
                  <a:pt x="21599" y="4497"/>
                  <a:pt x="20948" y="3556"/>
                </a:cubicBezTo>
                <a:cubicBezTo>
                  <a:pt x="19856" y="2054"/>
                  <a:pt x="17493" y="872"/>
                  <a:pt x="14494" y="326"/>
                </a:cubicBezTo>
                <a:cubicBezTo>
                  <a:pt x="13310" y="110"/>
                  <a:pt x="12060" y="0"/>
                  <a:pt x="10800" y="0"/>
                </a:cubicBezTo>
                <a:close/>
              </a:path>
            </a:pathLst>
          </a:custGeom>
          <a:ln w="12700">
            <a:miter lim="400000"/>
          </a:ln>
        </p:spPr>
      </p:pic>
      <p:sp>
        <p:nvSpPr>
          <p:cNvPr id="14" name="Picture Placeholder 13">
            <a:extLst>
              <a:ext uri="{FF2B5EF4-FFF2-40B4-BE49-F238E27FC236}">
                <a16:creationId xmlns:a16="http://schemas.microsoft.com/office/drawing/2014/main" id="{625A16C7-B9F4-F9AF-B57D-A3C621FDF266}"/>
              </a:ext>
            </a:extLst>
          </p:cNvPr>
          <p:cNvSpPr>
            <a:spLocks noGrp="1"/>
          </p:cNvSpPr>
          <p:nvPr>
            <p:ph type="pic" sz="quarter" idx="23"/>
          </p:nvPr>
        </p:nvSpPr>
        <p:spPr>
          <a:xfrm>
            <a:off x="9351903" y="1053350"/>
            <a:ext cx="2130704" cy="4263383"/>
          </a:xfrm>
          <a:custGeom>
            <a:avLst/>
            <a:gdLst>
              <a:gd name="connsiteX0" fmla="*/ 1929406 w 3859212"/>
              <a:gd name="connsiteY0" fmla="*/ 0 h 7722000"/>
              <a:gd name="connsiteX1" fmla="*/ 3849250 w 3859212"/>
              <a:gd name="connsiteY1" fmla="*/ 1732495 h 7722000"/>
              <a:gd name="connsiteX2" fmla="*/ 3859212 w 3859212"/>
              <a:gd name="connsiteY2" fmla="*/ 1929767 h 7722000"/>
              <a:gd name="connsiteX3" fmla="*/ 3859212 w 3859212"/>
              <a:gd name="connsiteY3" fmla="*/ 5792195 h 7722000"/>
              <a:gd name="connsiteX4" fmla="*/ 2126718 w 3859212"/>
              <a:gd name="connsiteY4" fmla="*/ 7712038 h 7722000"/>
              <a:gd name="connsiteX5" fmla="*/ 1929426 w 3859212"/>
              <a:gd name="connsiteY5" fmla="*/ 7722000 h 7722000"/>
              <a:gd name="connsiteX6" fmla="*/ 1929406 w 3859212"/>
              <a:gd name="connsiteY6" fmla="*/ 7722000 h 7722000"/>
              <a:gd name="connsiteX7" fmla="*/ 9566 w 3859212"/>
              <a:gd name="connsiteY7" fmla="*/ 5989505 h 7722000"/>
              <a:gd name="connsiteX8" fmla="*/ 0 w 3859212"/>
              <a:gd name="connsiteY8" fmla="*/ 5800076 h 7722000"/>
              <a:gd name="connsiteX9" fmla="*/ 0 w 3859212"/>
              <a:gd name="connsiteY9" fmla="*/ 1921925 h 7722000"/>
              <a:gd name="connsiteX10" fmla="*/ 9566 w 3859212"/>
              <a:gd name="connsiteY10" fmla="*/ 1732495 h 7722000"/>
              <a:gd name="connsiteX11" fmla="*/ 1929406 w 3859212"/>
              <a:gd name="connsiteY11" fmla="*/ 0 h 772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59212" h="7722000">
                <a:moveTo>
                  <a:pt x="1929406" y="0"/>
                </a:moveTo>
                <a:cubicBezTo>
                  <a:pt x="2928598" y="0"/>
                  <a:pt x="3750426" y="759379"/>
                  <a:pt x="3849250" y="1732495"/>
                </a:cubicBezTo>
                <a:lnTo>
                  <a:pt x="3859212" y="1929767"/>
                </a:lnTo>
                <a:lnTo>
                  <a:pt x="3859212" y="5792195"/>
                </a:lnTo>
                <a:cubicBezTo>
                  <a:pt x="3859212" y="6791384"/>
                  <a:pt x="3099834" y="7613212"/>
                  <a:pt x="2126718" y="7712038"/>
                </a:cubicBezTo>
                <a:lnTo>
                  <a:pt x="1929426" y="7722000"/>
                </a:lnTo>
                <a:lnTo>
                  <a:pt x="1929406" y="7722000"/>
                </a:lnTo>
                <a:cubicBezTo>
                  <a:pt x="930218" y="7722000"/>
                  <a:pt x="108390" y="6962621"/>
                  <a:pt x="9566" y="5989505"/>
                </a:cubicBezTo>
                <a:lnTo>
                  <a:pt x="0" y="5800076"/>
                </a:lnTo>
                <a:lnTo>
                  <a:pt x="0" y="1921925"/>
                </a:lnTo>
                <a:lnTo>
                  <a:pt x="9566" y="1732495"/>
                </a:lnTo>
                <a:cubicBezTo>
                  <a:pt x="108390" y="759379"/>
                  <a:pt x="930218" y="0"/>
                  <a:pt x="1929406" y="0"/>
                </a:cubicBezTo>
                <a:close/>
              </a:path>
            </a:pathLst>
          </a:custGeom>
        </p:spPr>
        <p:txBody>
          <a:bodyPr wrap="square">
            <a:noAutofit/>
          </a:bodyPr>
          <a:lstStyle>
            <a:lvl1pPr>
              <a:defRPr sz="1400"/>
            </a:lvl1pPr>
          </a:lstStyle>
          <a:p>
            <a:r>
              <a:rPr lang="en-GB"/>
              <a:t>Click icon to add picture</a:t>
            </a:r>
            <a:endParaRPr lang="en-US"/>
          </a:p>
        </p:txBody>
      </p:sp>
      <p:sp>
        <p:nvSpPr>
          <p:cNvPr id="3" name="Subtitle 2">
            <a:extLst>
              <a:ext uri="{FF2B5EF4-FFF2-40B4-BE49-F238E27FC236}">
                <a16:creationId xmlns:a16="http://schemas.microsoft.com/office/drawing/2014/main" id="{73CC07F8-05A9-8F6F-A6EC-36F42B4C25E4}"/>
              </a:ext>
            </a:extLst>
          </p:cNvPr>
          <p:cNvSpPr>
            <a:spLocks noGrp="1"/>
          </p:cNvSpPr>
          <p:nvPr>
            <p:ph type="subTitle" idx="1" hasCustomPrompt="1"/>
          </p:nvPr>
        </p:nvSpPr>
        <p:spPr>
          <a:xfrm>
            <a:off x="690880" y="2829142"/>
            <a:ext cx="4955540" cy="1291792"/>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 Author or Date go here</a:t>
            </a:r>
            <a:endParaRPr lang="en-US"/>
          </a:p>
        </p:txBody>
      </p:sp>
      <p:sp>
        <p:nvSpPr>
          <p:cNvPr id="6" name="Text Placeholder 5">
            <a:extLst>
              <a:ext uri="{FF2B5EF4-FFF2-40B4-BE49-F238E27FC236}">
                <a16:creationId xmlns:a16="http://schemas.microsoft.com/office/drawing/2014/main" id="{640418C0-5506-6410-3C58-F4FD72043618}"/>
              </a:ext>
            </a:extLst>
          </p:cNvPr>
          <p:cNvSpPr>
            <a:spLocks noGrp="1"/>
          </p:cNvSpPr>
          <p:nvPr>
            <p:ph type="body" sz="quarter" idx="24" hasCustomPrompt="1"/>
          </p:nvPr>
        </p:nvSpPr>
        <p:spPr>
          <a:xfrm>
            <a:off x="690563" y="5044932"/>
            <a:ext cx="3898529" cy="1350963"/>
          </a:xfrm>
        </p:spPr>
        <p:txBody>
          <a:bodyPr anchor="b">
            <a:normAutofit/>
          </a:bodyPr>
          <a:lstStyle>
            <a:lvl1pPr marL="0" indent="0">
              <a:buNone/>
              <a:defRPr sz="1600">
                <a:solidFill>
                  <a:schemeClr val="bg1"/>
                </a:solidFill>
              </a:defRPr>
            </a:lvl1pPr>
          </a:lstStyle>
          <a:p>
            <a:pPr lvl="0"/>
            <a:r>
              <a:rPr lang="en-GB"/>
              <a:t>Additional Information</a:t>
            </a:r>
            <a:endParaRPr lang="en-US"/>
          </a:p>
        </p:txBody>
      </p:sp>
    </p:spTree>
    <p:extLst>
      <p:ext uri="{BB962C8B-B14F-4D97-AF65-F5344CB8AC3E}">
        <p14:creationId xmlns:p14="http://schemas.microsoft.com/office/powerpoint/2010/main" val="36352262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with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7" name="Picture Placeholder 1">
            <a:extLst>
              <a:ext uri="{FF2B5EF4-FFF2-40B4-BE49-F238E27FC236}">
                <a16:creationId xmlns:a16="http://schemas.microsoft.com/office/drawing/2014/main" id="{F2F40E67-416E-C019-B108-21EC8A8FBA35}"/>
              </a:ext>
            </a:extLst>
          </p:cNvPr>
          <p:cNvSpPr>
            <a:spLocks noGrp="1"/>
          </p:cNvSpPr>
          <p:nvPr>
            <p:ph type="pic" idx="23"/>
          </p:nvPr>
        </p:nvSpPr>
        <p:spPr>
          <a:xfrm>
            <a:off x="4790432" y="0"/>
            <a:ext cx="7401568" cy="6857999"/>
          </a:xfrm>
          <a:custGeom>
            <a:avLst/>
            <a:gdLst>
              <a:gd name="connsiteX0" fmla="*/ 12919992 w 14803138"/>
              <a:gd name="connsiteY0" fmla="*/ 0 h 13716000"/>
              <a:gd name="connsiteX1" fmla="*/ 14803138 w 14803138"/>
              <a:gd name="connsiteY1" fmla="*/ 0 h 13716000"/>
              <a:gd name="connsiteX2" fmla="*/ 14803138 w 14803138"/>
              <a:gd name="connsiteY2" fmla="*/ 12406968 h 13716000"/>
              <a:gd name="connsiteX3" fmla="*/ 14707564 w 14803138"/>
              <a:gd name="connsiteY3" fmla="*/ 12521945 h 13716000"/>
              <a:gd name="connsiteX4" fmla="*/ 12366010 w 14803138"/>
              <a:gd name="connsiteY4" fmla="*/ 13706639 h 13716000"/>
              <a:gd name="connsiteX5" fmla="*/ 12150230 w 14803138"/>
              <a:gd name="connsiteY5" fmla="*/ 13716000 h 13716000"/>
              <a:gd name="connsiteX6" fmla="*/ 11966434 w 14803138"/>
              <a:gd name="connsiteY6" fmla="*/ 13716000 h 13716000"/>
              <a:gd name="connsiteX7" fmla="*/ 11751028 w 14803138"/>
              <a:gd name="connsiteY7" fmla="*/ 13706639 h 13716000"/>
              <a:gd name="connsiteX8" fmla="*/ 11145198 w 14803138"/>
              <a:gd name="connsiteY8" fmla="*/ 13599830 h 13716000"/>
              <a:gd name="connsiteX9" fmla="*/ 10035814 w 14803138"/>
              <a:gd name="connsiteY9" fmla="*/ 13081968 h 13716000"/>
              <a:gd name="connsiteX10" fmla="*/ 8544978 w 14803138"/>
              <a:gd name="connsiteY10" fmla="*/ 10501072 h 13716000"/>
              <a:gd name="connsiteX11" fmla="*/ 9106178 w 14803138"/>
              <a:gd name="connsiteY11" fmla="*/ 7582272 h 13716000"/>
              <a:gd name="connsiteX12" fmla="*/ 7513674 w 14803138"/>
              <a:gd name="connsiteY12" fmla="*/ 10341830 h 13716000"/>
              <a:gd name="connsiteX13" fmla="*/ 5793478 w 14803138"/>
              <a:gd name="connsiteY13" fmla="*/ 12894890 h 13716000"/>
              <a:gd name="connsiteX14" fmla="*/ 3876021 w 14803138"/>
              <a:gd name="connsiteY14" fmla="*/ 13702305 h 13716000"/>
              <a:gd name="connsiteX15" fmla="*/ 3685914 w 14803138"/>
              <a:gd name="connsiteY15" fmla="*/ 13716000 h 13716000"/>
              <a:gd name="connsiteX16" fmla="*/ 3400676 w 14803138"/>
              <a:gd name="connsiteY16" fmla="*/ 13716000 h 13716000"/>
              <a:gd name="connsiteX17" fmla="*/ 3299937 w 14803138"/>
              <a:gd name="connsiteY17" fmla="*/ 13712248 h 13716000"/>
              <a:gd name="connsiteX18" fmla="*/ 2914284 w 14803138"/>
              <a:gd name="connsiteY18" fmla="*/ 13665857 h 13716000"/>
              <a:gd name="connsiteX19" fmla="*/ 1763420 w 14803138"/>
              <a:gd name="connsiteY19" fmla="*/ 13247684 h 13716000"/>
              <a:gd name="connsiteX20" fmla="*/ 824836 w 14803138"/>
              <a:gd name="connsiteY20" fmla="*/ 12459886 h 13716000"/>
              <a:gd name="connsiteX21" fmla="*/ 53798 w 14803138"/>
              <a:gd name="connsiteY21" fmla="*/ 9580572 h 13716000"/>
              <a:gd name="connsiteX22" fmla="*/ 1403928 w 14803138"/>
              <a:gd name="connsiteY22" fmla="*/ 6814541 h 13716000"/>
              <a:gd name="connsiteX23" fmla="*/ 3060684 w 14803138"/>
              <a:gd name="connsiteY23" fmla="*/ 3946879 h 13716000"/>
              <a:gd name="connsiteX24" fmla="*/ 4780066 w 14803138"/>
              <a:gd name="connsiteY24" fmla="*/ 1393818 h 13716000"/>
              <a:gd name="connsiteX25" fmla="*/ 7659260 w 14803138"/>
              <a:gd name="connsiteY25" fmla="*/ 622204 h 13716000"/>
              <a:gd name="connsiteX26" fmla="*/ 8810124 w 14803138"/>
              <a:gd name="connsiteY26" fmla="*/ 1041025 h 13716000"/>
              <a:gd name="connsiteX27" fmla="*/ 9748708 w 14803138"/>
              <a:gd name="connsiteY27" fmla="*/ 1828175 h 13716000"/>
              <a:gd name="connsiteX28" fmla="*/ 10369280 w 14803138"/>
              <a:gd name="connsiteY28" fmla="*/ 2923454 h 13716000"/>
              <a:gd name="connsiteX29" fmla="*/ 10991478 w 14803138"/>
              <a:gd name="connsiteY29" fmla="*/ 1369220 h 13716000"/>
              <a:gd name="connsiteX30" fmla="*/ 12816214 w 14803138"/>
              <a:gd name="connsiteY30" fmla="*/ 29798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803138" h="13716000">
                <a:moveTo>
                  <a:pt x="12919992" y="0"/>
                </a:moveTo>
                <a:lnTo>
                  <a:pt x="14803138" y="0"/>
                </a:lnTo>
                <a:lnTo>
                  <a:pt x="14803138" y="12406968"/>
                </a:lnTo>
                <a:lnTo>
                  <a:pt x="14707564" y="12521945"/>
                </a:lnTo>
                <a:cubicBezTo>
                  <a:pt x="14111990" y="13199630"/>
                  <a:pt x="13274806" y="13627341"/>
                  <a:pt x="12366010" y="13706639"/>
                </a:cubicBezTo>
                <a:lnTo>
                  <a:pt x="12150230" y="13716000"/>
                </a:lnTo>
                <a:lnTo>
                  <a:pt x="11966434" y="13716000"/>
                </a:lnTo>
                <a:lnTo>
                  <a:pt x="11751028" y="13706639"/>
                </a:lnTo>
                <a:cubicBezTo>
                  <a:pt x="11546780" y="13688838"/>
                  <a:pt x="11344058" y="13653235"/>
                  <a:pt x="11145198" y="13599830"/>
                </a:cubicBezTo>
                <a:cubicBezTo>
                  <a:pt x="10747478" y="13493668"/>
                  <a:pt x="10372534" y="13318242"/>
                  <a:pt x="10035814" y="13081968"/>
                </a:cubicBezTo>
                <a:cubicBezTo>
                  <a:pt x="9181816" y="12484484"/>
                  <a:pt x="8636070" y="11539386"/>
                  <a:pt x="8544978" y="10501072"/>
                </a:cubicBezTo>
                <a:cubicBezTo>
                  <a:pt x="8499430" y="9869280"/>
                  <a:pt x="8727164" y="8997977"/>
                  <a:pt x="9106178" y="7582272"/>
                </a:cubicBezTo>
                <a:lnTo>
                  <a:pt x="7513674" y="10341830"/>
                </a:lnTo>
                <a:cubicBezTo>
                  <a:pt x="6745889" y="11671441"/>
                  <a:pt x="6284730" y="12469596"/>
                  <a:pt x="5793478" y="12894890"/>
                </a:cubicBezTo>
                <a:cubicBezTo>
                  <a:pt x="5244378" y="13355504"/>
                  <a:pt x="4574567" y="13632846"/>
                  <a:pt x="3876021" y="13702305"/>
                </a:cubicBezTo>
                <a:lnTo>
                  <a:pt x="3685914" y="13716000"/>
                </a:lnTo>
                <a:lnTo>
                  <a:pt x="3400676" y="13716000"/>
                </a:lnTo>
                <a:lnTo>
                  <a:pt x="3299937" y="13712248"/>
                </a:lnTo>
                <a:cubicBezTo>
                  <a:pt x="3171323" y="13703928"/>
                  <a:pt x="3042587" y="13688513"/>
                  <a:pt x="2914284" y="13665857"/>
                </a:cubicBezTo>
                <a:cubicBezTo>
                  <a:pt x="2509246" y="13594651"/>
                  <a:pt x="2119660" y="13453534"/>
                  <a:pt x="1763420" y="13247684"/>
                </a:cubicBezTo>
                <a:cubicBezTo>
                  <a:pt x="1406368" y="13041834"/>
                  <a:pt x="1089169" y="12775134"/>
                  <a:pt x="824836" y="12459886"/>
                </a:cubicBezTo>
                <a:cubicBezTo>
                  <a:pt x="154651" y="11661083"/>
                  <a:pt x="-127575" y="10607234"/>
                  <a:pt x="53798" y="9580572"/>
                </a:cubicBezTo>
                <a:cubicBezTo>
                  <a:pt x="176611" y="8942307"/>
                  <a:pt x="636143" y="8144152"/>
                  <a:pt x="1403928" y="6814541"/>
                </a:cubicBezTo>
                <a:lnTo>
                  <a:pt x="3060684" y="3946879"/>
                </a:lnTo>
                <a:cubicBezTo>
                  <a:pt x="3828469" y="2617268"/>
                  <a:pt x="4288814" y="1819113"/>
                  <a:pt x="4780066" y="1393818"/>
                </a:cubicBezTo>
                <a:cubicBezTo>
                  <a:pt x="5578758" y="723834"/>
                  <a:pt x="6632836" y="440952"/>
                  <a:pt x="7659260" y="622204"/>
                </a:cubicBezTo>
                <a:cubicBezTo>
                  <a:pt x="8064298" y="693410"/>
                  <a:pt x="8453886" y="835822"/>
                  <a:pt x="8810124" y="1041025"/>
                </a:cubicBezTo>
                <a:cubicBezTo>
                  <a:pt x="9166362" y="1246875"/>
                  <a:pt x="9484376" y="1512927"/>
                  <a:pt x="9748708" y="1828175"/>
                </a:cubicBezTo>
                <a:cubicBezTo>
                  <a:pt x="10024428" y="2156371"/>
                  <a:pt x="10230202" y="2528584"/>
                  <a:pt x="10369280" y="2923454"/>
                </a:cubicBezTo>
                <a:cubicBezTo>
                  <a:pt x="10574240" y="2226282"/>
                  <a:pt x="10758054" y="1714246"/>
                  <a:pt x="10991478" y="1369220"/>
                </a:cubicBezTo>
                <a:cubicBezTo>
                  <a:pt x="11439828" y="728851"/>
                  <a:pt x="12083986" y="261804"/>
                  <a:pt x="12816214" y="29798"/>
                </a:cubicBezTo>
                <a:close/>
              </a:path>
            </a:pathLst>
          </a:custGeom>
        </p:spPr>
        <p:txBody>
          <a:bodyPr wrap="square" lIns="91439" tIns="45719" rIns="91439" bIns="45719">
            <a:noAutofit/>
          </a:bodyPr>
          <a:lstStyle>
            <a:lvl1pPr>
              <a:defRPr sz="1600"/>
            </a:lvl1pPr>
          </a:lstStyle>
          <a:p>
            <a:r>
              <a:rPr lang="en-GB"/>
              <a:t>Click icon to add picture</a:t>
            </a:r>
            <a:endParaRPr/>
          </a:p>
        </p:txBody>
      </p:sp>
      <p:sp>
        <p:nvSpPr>
          <p:cNvPr id="8" name="Subtitle 2">
            <a:extLst>
              <a:ext uri="{FF2B5EF4-FFF2-40B4-BE49-F238E27FC236}">
                <a16:creationId xmlns:a16="http://schemas.microsoft.com/office/drawing/2014/main" id="{2DDFC8BD-6813-B369-1FFA-15E1E5479E56}"/>
              </a:ext>
            </a:extLst>
          </p:cNvPr>
          <p:cNvSpPr>
            <a:spLocks noGrp="1"/>
          </p:cNvSpPr>
          <p:nvPr>
            <p:ph type="subTitle" idx="1" hasCustomPrompt="1"/>
          </p:nvPr>
        </p:nvSpPr>
        <p:spPr>
          <a:xfrm>
            <a:off x="502039" y="548279"/>
            <a:ext cx="4955540" cy="355847"/>
          </a:xfrm>
        </p:spPr>
        <p:txBody>
          <a:bodyPr>
            <a:normAutofit/>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#01</a:t>
            </a:r>
            <a:endParaRPr lang="en-US"/>
          </a:p>
        </p:txBody>
      </p:sp>
      <p:sp>
        <p:nvSpPr>
          <p:cNvPr id="9" name="Title 1">
            <a:extLst>
              <a:ext uri="{FF2B5EF4-FFF2-40B4-BE49-F238E27FC236}">
                <a16:creationId xmlns:a16="http://schemas.microsoft.com/office/drawing/2014/main" id="{764932F4-1CD2-99DC-6DDB-E2953F2F32C4}"/>
              </a:ext>
            </a:extLst>
          </p:cNvPr>
          <p:cNvSpPr>
            <a:spLocks noGrp="1"/>
          </p:cNvSpPr>
          <p:nvPr>
            <p:ph type="ctrTitle" hasCustomPrompt="1"/>
          </p:nvPr>
        </p:nvSpPr>
        <p:spPr>
          <a:xfrm>
            <a:off x="502039" y="904126"/>
            <a:ext cx="4955540" cy="1832941"/>
          </a:xfrm>
        </p:spPr>
        <p:txBody>
          <a:bodyPr anchor="b">
            <a:normAutofit/>
          </a:bodyPr>
          <a:lstStyle>
            <a:lvl1pPr algn="l">
              <a:defRPr sz="4400">
                <a:solidFill>
                  <a:schemeClr val="bg1"/>
                </a:solidFill>
                <a:latin typeface="Georgia" panose="02040502050405020303" pitchFamily="18" charset="0"/>
              </a:defRPr>
            </a:lvl1pPr>
          </a:lstStyle>
          <a:p>
            <a:r>
              <a:rPr lang="en-GB"/>
              <a:t>Section Divider with Image</a:t>
            </a:r>
            <a:endParaRPr lang="en-US"/>
          </a:p>
        </p:txBody>
      </p:sp>
      <p:pic>
        <p:nvPicPr>
          <p:cNvPr id="2" name="Picture 1" descr="A white logo with black background&#10;&#10;Description automatically generated">
            <a:extLst>
              <a:ext uri="{FF2B5EF4-FFF2-40B4-BE49-F238E27FC236}">
                <a16:creationId xmlns:a16="http://schemas.microsoft.com/office/drawing/2014/main" id="{5359ECDE-B944-8F86-6159-9B4962F36A25}"/>
              </a:ext>
            </a:extLst>
          </p:cNvPr>
          <p:cNvPicPr>
            <a:picLocks noChangeAspect="1"/>
          </p:cNvPicPr>
          <p:nvPr userDrawn="1"/>
        </p:nvPicPr>
        <p:blipFill>
          <a:blip r:embed="rId2"/>
          <a:stretch>
            <a:fillRect/>
          </a:stretch>
        </p:blipFill>
        <p:spPr>
          <a:xfrm>
            <a:off x="11149723" y="262146"/>
            <a:ext cx="578427" cy="500016"/>
          </a:xfrm>
          <a:prstGeom prst="rect">
            <a:avLst/>
          </a:prstGeom>
        </p:spPr>
      </p:pic>
      <p:sp>
        <p:nvSpPr>
          <p:cNvPr id="6" name="TextBox 5">
            <a:extLst>
              <a:ext uri="{FF2B5EF4-FFF2-40B4-BE49-F238E27FC236}">
                <a16:creationId xmlns:a16="http://schemas.microsoft.com/office/drawing/2014/main" id="{70C09737-9760-AB00-1514-A76F1892484B}"/>
              </a:ext>
            </a:extLst>
          </p:cNvPr>
          <p:cNvSpPr txBox="1"/>
          <p:nvPr userDrawn="1"/>
        </p:nvSpPr>
        <p:spPr>
          <a:xfrm>
            <a:off x="475147" y="6554399"/>
            <a:ext cx="1500732" cy="230832"/>
          </a:xfrm>
          <a:prstGeom prst="rect">
            <a:avLst/>
          </a:prstGeom>
          <a:noFill/>
        </p:spPr>
        <p:txBody>
          <a:bodyPr wrap="none" rtlCol="0">
            <a:spAutoFit/>
          </a:bodyPr>
          <a:lstStyle/>
          <a:p>
            <a:r>
              <a:rPr lang="en-US" sz="900">
                <a:solidFill>
                  <a:schemeClr val="accent4">
                    <a:lumMod val="40000"/>
                    <a:lumOff val="60000"/>
                  </a:schemeClr>
                </a:solidFill>
                <a:latin typeface="+mj-lt"/>
              </a:rPr>
              <a:t>Confidential and </a:t>
            </a:r>
            <a:r>
              <a:rPr lang="en-AU" sz="900" b="0" i="0" u="none" strike="noStrike" kern="1200">
                <a:solidFill>
                  <a:schemeClr val="accent4">
                    <a:lumMod val="40000"/>
                    <a:lumOff val="60000"/>
                  </a:schemeClr>
                </a:solidFill>
                <a:effectLst/>
                <a:latin typeface="+mj-lt"/>
                <a:ea typeface="+mn-ea"/>
                <a:cs typeface="+mn-cs"/>
              </a:rPr>
              <a:t>Proprietary</a:t>
            </a:r>
            <a:endParaRPr lang="en-US" sz="900">
              <a:solidFill>
                <a:schemeClr val="accent4">
                  <a:lumMod val="40000"/>
                  <a:lumOff val="60000"/>
                </a:schemeClr>
              </a:solidFill>
              <a:latin typeface="+mj-lt"/>
            </a:endParaRPr>
          </a:p>
        </p:txBody>
      </p:sp>
      <p:sp>
        <p:nvSpPr>
          <p:cNvPr id="11" name="TextBox 10">
            <a:extLst>
              <a:ext uri="{FF2B5EF4-FFF2-40B4-BE49-F238E27FC236}">
                <a16:creationId xmlns:a16="http://schemas.microsoft.com/office/drawing/2014/main" id="{12B8822F-A02D-FBC6-2F0B-0764625CF39B}"/>
              </a:ext>
            </a:extLst>
          </p:cNvPr>
          <p:cNvSpPr txBox="1"/>
          <p:nvPr userDrawn="1"/>
        </p:nvSpPr>
        <p:spPr>
          <a:xfrm>
            <a:off x="11516839" y="6562093"/>
            <a:ext cx="422622" cy="230832"/>
          </a:xfrm>
          <a:prstGeom prst="rect">
            <a:avLst/>
          </a:prstGeom>
          <a:noFill/>
        </p:spPr>
        <p:txBody>
          <a:bodyPr wrap="square" rtlCol="0">
            <a:spAutoFit/>
          </a:bodyPr>
          <a:lstStyle/>
          <a:p>
            <a:pPr algn="r"/>
            <a:fld id="{ACFDA4C1-27A0-F748-8617-7025F24BD85F}" type="slidenum">
              <a:rPr lang="en-US" sz="900" smtClean="0">
                <a:solidFill>
                  <a:schemeClr val="accent4">
                    <a:lumMod val="60000"/>
                    <a:lumOff val="40000"/>
                  </a:schemeClr>
                </a:solidFill>
              </a:rPr>
              <a:pPr algn="r"/>
              <a:t>‹#›</a:t>
            </a:fld>
            <a:endParaRPr lang="en-US" sz="900">
              <a:solidFill>
                <a:schemeClr val="accent4">
                  <a:lumMod val="60000"/>
                  <a:lumOff val="40000"/>
                </a:schemeClr>
              </a:solidFill>
            </a:endParaRPr>
          </a:p>
        </p:txBody>
      </p:sp>
    </p:spTree>
    <p:extLst>
      <p:ext uri="{BB962C8B-B14F-4D97-AF65-F5344CB8AC3E}">
        <p14:creationId xmlns:p14="http://schemas.microsoft.com/office/powerpoint/2010/main" val="3975112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Section Divider with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3" name="Rounded Rectangle">
            <a:extLst>
              <a:ext uri="{FF2B5EF4-FFF2-40B4-BE49-F238E27FC236}">
                <a16:creationId xmlns:a16="http://schemas.microsoft.com/office/drawing/2014/main" id="{CAF3DA0D-574B-D48D-CA72-CCB54921538B}"/>
              </a:ext>
            </a:extLst>
          </p:cNvPr>
          <p:cNvSpPr/>
          <p:nvPr userDrawn="1"/>
        </p:nvSpPr>
        <p:spPr>
          <a:xfrm rot="1500000">
            <a:off x="8012180" y="123004"/>
            <a:ext cx="3452605" cy="6899102"/>
          </a:xfrm>
          <a:prstGeom prst="roundRect">
            <a:avLst>
              <a:gd name="adj" fmla="val 50000"/>
            </a:avLst>
          </a:prstGeom>
          <a:solidFill>
            <a:srgbClr val="D00000">
              <a:alpha val="50000"/>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8" name="Subtitle 2">
            <a:extLst>
              <a:ext uri="{FF2B5EF4-FFF2-40B4-BE49-F238E27FC236}">
                <a16:creationId xmlns:a16="http://schemas.microsoft.com/office/drawing/2014/main" id="{2DDFC8BD-6813-B369-1FFA-15E1E5479E56}"/>
              </a:ext>
            </a:extLst>
          </p:cNvPr>
          <p:cNvSpPr>
            <a:spLocks noGrp="1"/>
          </p:cNvSpPr>
          <p:nvPr>
            <p:ph type="subTitle" idx="1" hasCustomPrompt="1"/>
          </p:nvPr>
        </p:nvSpPr>
        <p:spPr>
          <a:xfrm>
            <a:off x="502039" y="548279"/>
            <a:ext cx="4955540" cy="355847"/>
          </a:xfrm>
        </p:spPr>
        <p:txBody>
          <a:bodyPr>
            <a:normAutofit/>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#01</a:t>
            </a:r>
            <a:endParaRPr lang="en-US"/>
          </a:p>
        </p:txBody>
      </p:sp>
      <p:sp>
        <p:nvSpPr>
          <p:cNvPr id="9" name="Title 1">
            <a:extLst>
              <a:ext uri="{FF2B5EF4-FFF2-40B4-BE49-F238E27FC236}">
                <a16:creationId xmlns:a16="http://schemas.microsoft.com/office/drawing/2014/main" id="{764932F4-1CD2-99DC-6DDB-E2953F2F32C4}"/>
              </a:ext>
            </a:extLst>
          </p:cNvPr>
          <p:cNvSpPr>
            <a:spLocks noGrp="1"/>
          </p:cNvSpPr>
          <p:nvPr>
            <p:ph type="ctrTitle" hasCustomPrompt="1"/>
          </p:nvPr>
        </p:nvSpPr>
        <p:spPr>
          <a:xfrm>
            <a:off x="502039" y="904126"/>
            <a:ext cx="4955540" cy="1832941"/>
          </a:xfrm>
        </p:spPr>
        <p:txBody>
          <a:bodyPr anchor="b">
            <a:normAutofit/>
          </a:bodyPr>
          <a:lstStyle>
            <a:lvl1pPr algn="l">
              <a:defRPr sz="4400">
                <a:solidFill>
                  <a:schemeClr val="bg1"/>
                </a:solidFill>
                <a:latin typeface="Georgia" panose="02040502050405020303" pitchFamily="18" charset="0"/>
              </a:defRPr>
            </a:lvl1pPr>
          </a:lstStyle>
          <a:p>
            <a:r>
              <a:rPr lang="en-GB"/>
              <a:t>Simple Section Divider</a:t>
            </a:r>
            <a:endParaRPr lang="en-US"/>
          </a:p>
        </p:txBody>
      </p:sp>
      <p:sp>
        <p:nvSpPr>
          <p:cNvPr id="6" name="TextBox 5">
            <a:extLst>
              <a:ext uri="{FF2B5EF4-FFF2-40B4-BE49-F238E27FC236}">
                <a16:creationId xmlns:a16="http://schemas.microsoft.com/office/drawing/2014/main" id="{70C09737-9760-AB00-1514-A76F1892484B}"/>
              </a:ext>
            </a:extLst>
          </p:cNvPr>
          <p:cNvSpPr txBox="1"/>
          <p:nvPr userDrawn="1"/>
        </p:nvSpPr>
        <p:spPr>
          <a:xfrm>
            <a:off x="475147" y="6554399"/>
            <a:ext cx="1500732" cy="230832"/>
          </a:xfrm>
          <a:prstGeom prst="rect">
            <a:avLst/>
          </a:prstGeom>
          <a:noFill/>
        </p:spPr>
        <p:txBody>
          <a:bodyPr wrap="none" rtlCol="0">
            <a:spAutoFit/>
          </a:bodyPr>
          <a:lstStyle/>
          <a:p>
            <a:r>
              <a:rPr lang="en-US" sz="900">
                <a:solidFill>
                  <a:schemeClr val="accent4">
                    <a:lumMod val="40000"/>
                    <a:lumOff val="60000"/>
                  </a:schemeClr>
                </a:solidFill>
                <a:latin typeface="+mj-lt"/>
              </a:rPr>
              <a:t>Confidential and </a:t>
            </a:r>
            <a:r>
              <a:rPr lang="en-AU" sz="900" b="0" i="0" u="none" strike="noStrike" kern="1200">
                <a:solidFill>
                  <a:schemeClr val="accent4">
                    <a:lumMod val="40000"/>
                    <a:lumOff val="60000"/>
                  </a:schemeClr>
                </a:solidFill>
                <a:effectLst/>
                <a:latin typeface="+mj-lt"/>
                <a:ea typeface="+mn-ea"/>
                <a:cs typeface="+mn-cs"/>
              </a:rPr>
              <a:t>Proprietary</a:t>
            </a:r>
            <a:endParaRPr lang="en-US" sz="900">
              <a:solidFill>
                <a:schemeClr val="accent4">
                  <a:lumMod val="40000"/>
                  <a:lumOff val="60000"/>
                </a:schemeClr>
              </a:solidFill>
              <a:latin typeface="+mj-lt"/>
            </a:endParaRPr>
          </a:p>
        </p:txBody>
      </p:sp>
      <p:sp>
        <p:nvSpPr>
          <p:cNvPr id="11" name="TextBox 10">
            <a:extLst>
              <a:ext uri="{FF2B5EF4-FFF2-40B4-BE49-F238E27FC236}">
                <a16:creationId xmlns:a16="http://schemas.microsoft.com/office/drawing/2014/main" id="{12B8822F-A02D-FBC6-2F0B-0764625CF39B}"/>
              </a:ext>
            </a:extLst>
          </p:cNvPr>
          <p:cNvSpPr txBox="1"/>
          <p:nvPr userDrawn="1"/>
        </p:nvSpPr>
        <p:spPr>
          <a:xfrm>
            <a:off x="11516839" y="6562093"/>
            <a:ext cx="422622" cy="230832"/>
          </a:xfrm>
          <a:prstGeom prst="rect">
            <a:avLst/>
          </a:prstGeom>
          <a:noFill/>
        </p:spPr>
        <p:txBody>
          <a:bodyPr wrap="square" rtlCol="0">
            <a:spAutoFit/>
          </a:bodyPr>
          <a:lstStyle/>
          <a:p>
            <a:pPr algn="r"/>
            <a:fld id="{ACFDA4C1-27A0-F748-8617-7025F24BD85F}" type="slidenum">
              <a:rPr lang="en-US" sz="900" smtClean="0">
                <a:solidFill>
                  <a:schemeClr val="accent4">
                    <a:lumMod val="60000"/>
                    <a:lumOff val="40000"/>
                  </a:schemeClr>
                </a:solidFill>
              </a:rPr>
              <a:pPr algn="r"/>
              <a:t>‹#›</a:t>
            </a:fld>
            <a:endParaRPr lang="en-US" sz="900">
              <a:solidFill>
                <a:schemeClr val="accent4">
                  <a:lumMod val="60000"/>
                  <a:lumOff val="40000"/>
                </a:schemeClr>
              </a:solidFill>
            </a:endParaRPr>
          </a:p>
        </p:txBody>
      </p:sp>
      <p:pic>
        <p:nvPicPr>
          <p:cNvPr id="4" name="Picture 3" descr="A white logo with black background&#10;&#10;Description automatically generated">
            <a:extLst>
              <a:ext uri="{FF2B5EF4-FFF2-40B4-BE49-F238E27FC236}">
                <a16:creationId xmlns:a16="http://schemas.microsoft.com/office/drawing/2014/main" id="{55244524-AFCF-CA23-996E-5DEAA18BC600}"/>
              </a:ext>
            </a:extLst>
          </p:cNvPr>
          <p:cNvPicPr>
            <a:picLocks noChangeAspect="1"/>
          </p:cNvPicPr>
          <p:nvPr userDrawn="1"/>
        </p:nvPicPr>
        <p:blipFill>
          <a:blip r:embed="rId2"/>
          <a:stretch>
            <a:fillRect/>
          </a:stretch>
        </p:blipFill>
        <p:spPr>
          <a:xfrm>
            <a:off x="11149723" y="362814"/>
            <a:ext cx="578427" cy="500016"/>
          </a:xfrm>
          <a:prstGeom prst="rect">
            <a:avLst/>
          </a:prstGeom>
        </p:spPr>
      </p:pic>
    </p:spTree>
    <p:extLst>
      <p:ext uri="{BB962C8B-B14F-4D97-AF65-F5344CB8AC3E}">
        <p14:creationId xmlns:p14="http://schemas.microsoft.com/office/powerpoint/2010/main" val="2472046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Section Divider with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2" name="Rounded Rectangle">
            <a:extLst>
              <a:ext uri="{FF2B5EF4-FFF2-40B4-BE49-F238E27FC236}">
                <a16:creationId xmlns:a16="http://schemas.microsoft.com/office/drawing/2014/main" id="{4C44FAD8-04C3-2512-0B5C-B04D795E874E}"/>
              </a:ext>
            </a:extLst>
          </p:cNvPr>
          <p:cNvSpPr/>
          <p:nvPr userDrawn="1"/>
        </p:nvSpPr>
        <p:spPr>
          <a:xfrm rot="5400000">
            <a:off x="3946622" y="2354197"/>
            <a:ext cx="3004308" cy="6003301"/>
          </a:xfrm>
          <a:prstGeom prst="roundRect">
            <a:avLst>
              <a:gd name="adj" fmla="val 50000"/>
            </a:avLst>
          </a:prstGeom>
          <a:solidFill>
            <a:srgbClr val="D00000">
              <a:alpha val="50000"/>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5" name="Rounded Rectangle">
            <a:extLst>
              <a:ext uri="{FF2B5EF4-FFF2-40B4-BE49-F238E27FC236}">
                <a16:creationId xmlns:a16="http://schemas.microsoft.com/office/drawing/2014/main" id="{D92B14F5-1323-CABF-F8E7-1D98E5581004}"/>
              </a:ext>
            </a:extLst>
          </p:cNvPr>
          <p:cNvSpPr/>
          <p:nvPr userDrawn="1"/>
        </p:nvSpPr>
        <p:spPr>
          <a:xfrm rot="-900000">
            <a:off x="7230329" y="197903"/>
            <a:ext cx="3367358" cy="6728759"/>
          </a:xfrm>
          <a:prstGeom prst="roundRect">
            <a:avLst>
              <a:gd name="adj" fmla="val 50000"/>
            </a:avLst>
          </a:prstGeom>
          <a:solidFill>
            <a:srgbClr val="D00000">
              <a:alpha val="50000"/>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8" name="Subtitle 2">
            <a:extLst>
              <a:ext uri="{FF2B5EF4-FFF2-40B4-BE49-F238E27FC236}">
                <a16:creationId xmlns:a16="http://schemas.microsoft.com/office/drawing/2014/main" id="{2DDFC8BD-6813-B369-1FFA-15E1E5479E56}"/>
              </a:ext>
            </a:extLst>
          </p:cNvPr>
          <p:cNvSpPr>
            <a:spLocks noGrp="1"/>
          </p:cNvSpPr>
          <p:nvPr>
            <p:ph type="subTitle" idx="1" hasCustomPrompt="1"/>
          </p:nvPr>
        </p:nvSpPr>
        <p:spPr>
          <a:xfrm>
            <a:off x="502039" y="548279"/>
            <a:ext cx="4955540" cy="355847"/>
          </a:xfrm>
        </p:spPr>
        <p:txBody>
          <a:bodyPr>
            <a:normAutofit/>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#02</a:t>
            </a:r>
            <a:endParaRPr lang="en-US"/>
          </a:p>
        </p:txBody>
      </p:sp>
      <p:sp>
        <p:nvSpPr>
          <p:cNvPr id="9" name="Title 1">
            <a:extLst>
              <a:ext uri="{FF2B5EF4-FFF2-40B4-BE49-F238E27FC236}">
                <a16:creationId xmlns:a16="http://schemas.microsoft.com/office/drawing/2014/main" id="{764932F4-1CD2-99DC-6DDB-E2953F2F32C4}"/>
              </a:ext>
            </a:extLst>
          </p:cNvPr>
          <p:cNvSpPr>
            <a:spLocks noGrp="1"/>
          </p:cNvSpPr>
          <p:nvPr>
            <p:ph type="ctrTitle" hasCustomPrompt="1"/>
          </p:nvPr>
        </p:nvSpPr>
        <p:spPr>
          <a:xfrm>
            <a:off x="502039" y="904126"/>
            <a:ext cx="4955540" cy="1832941"/>
          </a:xfrm>
        </p:spPr>
        <p:txBody>
          <a:bodyPr anchor="b">
            <a:normAutofit/>
          </a:bodyPr>
          <a:lstStyle>
            <a:lvl1pPr algn="l">
              <a:defRPr sz="4400">
                <a:solidFill>
                  <a:schemeClr val="bg1"/>
                </a:solidFill>
                <a:latin typeface="Georgia" panose="02040502050405020303" pitchFamily="18" charset="0"/>
              </a:defRPr>
            </a:lvl1pPr>
          </a:lstStyle>
          <a:p>
            <a:r>
              <a:rPr lang="en-GB"/>
              <a:t>Simple Section Divider</a:t>
            </a:r>
            <a:endParaRPr lang="en-US"/>
          </a:p>
        </p:txBody>
      </p:sp>
      <p:sp>
        <p:nvSpPr>
          <p:cNvPr id="6" name="TextBox 5">
            <a:extLst>
              <a:ext uri="{FF2B5EF4-FFF2-40B4-BE49-F238E27FC236}">
                <a16:creationId xmlns:a16="http://schemas.microsoft.com/office/drawing/2014/main" id="{70C09737-9760-AB00-1514-A76F1892484B}"/>
              </a:ext>
            </a:extLst>
          </p:cNvPr>
          <p:cNvSpPr txBox="1"/>
          <p:nvPr userDrawn="1"/>
        </p:nvSpPr>
        <p:spPr>
          <a:xfrm>
            <a:off x="475147" y="6554399"/>
            <a:ext cx="1500732" cy="230832"/>
          </a:xfrm>
          <a:prstGeom prst="rect">
            <a:avLst/>
          </a:prstGeom>
          <a:noFill/>
        </p:spPr>
        <p:txBody>
          <a:bodyPr wrap="none" rtlCol="0">
            <a:spAutoFit/>
          </a:bodyPr>
          <a:lstStyle/>
          <a:p>
            <a:r>
              <a:rPr lang="en-US" sz="900">
                <a:solidFill>
                  <a:schemeClr val="accent4">
                    <a:lumMod val="40000"/>
                    <a:lumOff val="60000"/>
                  </a:schemeClr>
                </a:solidFill>
                <a:latin typeface="+mj-lt"/>
              </a:rPr>
              <a:t>Confidential and </a:t>
            </a:r>
            <a:r>
              <a:rPr lang="en-AU" sz="900" b="0" i="0" u="none" strike="noStrike" kern="1200">
                <a:solidFill>
                  <a:schemeClr val="accent4">
                    <a:lumMod val="40000"/>
                    <a:lumOff val="60000"/>
                  </a:schemeClr>
                </a:solidFill>
                <a:effectLst/>
                <a:latin typeface="+mj-lt"/>
                <a:ea typeface="+mn-ea"/>
                <a:cs typeface="+mn-cs"/>
              </a:rPr>
              <a:t>Proprietary</a:t>
            </a:r>
            <a:endParaRPr lang="en-US" sz="900">
              <a:solidFill>
                <a:schemeClr val="accent4">
                  <a:lumMod val="40000"/>
                  <a:lumOff val="60000"/>
                </a:schemeClr>
              </a:solidFill>
              <a:latin typeface="+mj-lt"/>
            </a:endParaRPr>
          </a:p>
        </p:txBody>
      </p:sp>
      <p:sp>
        <p:nvSpPr>
          <p:cNvPr id="11" name="TextBox 10">
            <a:extLst>
              <a:ext uri="{FF2B5EF4-FFF2-40B4-BE49-F238E27FC236}">
                <a16:creationId xmlns:a16="http://schemas.microsoft.com/office/drawing/2014/main" id="{12B8822F-A02D-FBC6-2F0B-0764625CF39B}"/>
              </a:ext>
            </a:extLst>
          </p:cNvPr>
          <p:cNvSpPr txBox="1"/>
          <p:nvPr userDrawn="1"/>
        </p:nvSpPr>
        <p:spPr>
          <a:xfrm>
            <a:off x="11516839" y="6562093"/>
            <a:ext cx="422622" cy="230832"/>
          </a:xfrm>
          <a:prstGeom prst="rect">
            <a:avLst/>
          </a:prstGeom>
          <a:noFill/>
        </p:spPr>
        <p:txBody>
          <a:bodyPr wrap="square" rtlCol="0">
            <a:spAutoFit/>
          </a:bodyPr>
          <a:lstStyle/>
          <a:p>
            <a:pPr algn="r"/>
            <a:fld id="{ACFDA4C1-27A0-F748-8617-7025F24BD85F}" type="slidenum">
              <a:rPr lang="en-US" sz="900" smtClean="0">
                <a:solidFill>
                  <a:schemeClr val="accent4">
                    <a:lumMod val="60000"/>
                    <a:lumOff val="40000"/>
                  </a:schemeClr>
                </a:solidFill>
              </a:rPr>
              <a:pPr algn="r"/>
              <a:t>‹#›</a:t>
            </a:fld>
            <a:endParaRPr lang="en-US" sz="900">
              <a:solidFill>
                <a:schemeClr val="accent4">
                  <a:lumMod val="60000"/>
                  <a:lumOff val="40000"/>
                </a:schemeClr>
              </a:solidFill>
            </a:endParaRPr>
          </a:p>
        </p:txBody>
      </p:sp>
      <p:pic>
        <p:nvPicPr>
          <p:cNvPr id="4" name="Picture 3" descr="A white logo with black background&#10;&#10;Description automatically generated">
            <a:extLst>
              <a:ext uri="{FF2B5EF4-FFF2-40B4-BE49-F238E27FC236}">
                <a16:creationId xmlns:a16="http://schemas.microsoft.com/office/drawing/2014/main" id="{55244524-AFCF-CA23-996E-5DEAA18BC600}"/>
              </a:ext>
            </a:extLst>
          </p:cNvPr>
          <p:cNvPicPr>
            <a:picLocks noChangeAspect="1"/>
          </p:cNvPicPr>
          <p:nvPr userDrawn="1"/>
        </p:nvPicPr>
        <p:blipFill>
          <a:blip r:embed="rId2"/>
          <a:stretch>
            <a:fillRect/>
          </a:stretch>
        </p:blipFill>
        <p:spPr>
          <a:xfrm>
            <a:off x="11149723" y="362814"/>
            <a:ext cx="578427" cy="500016"/>
          </a:xfrm>
          <a:prstGeom prst="rect">
            <a:avLst/>
          </a:prstGeom>
        </p:spPr>
      </p:pic>
    </p:spTree>
    <p:extLst>
      <p:ext uri="{BB962C8B-B14F-4D97-AF65-F5344CB8AC3E}">
        <p14:creationId xmlns:p14="http://schemas.microsoft.com/office/powerpoint/2010/main" val="2287206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Section Divider with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5" name="Rounded Rectangle">
            <a:extLst>
              <a:ext uri="{FF2B5EF4-FFF2-40B4-BE49-F238E27FC236}">
                <a16:creationId xmlns:a16="http://schemas.microsoft.com/office/drawing/2014/main" id="{632B9E85-E38E-FA9F-B1B8-B5EDDA6B3E4C}"/>
              </a:ext>
            </a:extLst>
          </p:cNvPr>
          <p:cNvSpPr/>
          <p:nvPr userDrawn="1"/>
        </p:nvSpPr>
        <p:spPr>
          <a:xfrm rot="21000000">
            <a:off x="6403116" y="1401850"/>
            <a:ext cx="2748182" cy="5491502"/>
          </a:xfrm>
          <a:prstGeom prst="roundRect">
            <a:avLst>
              <a:gd name="adj" fmla="val 50000"/>
            </a:avLst>
          </a:prstGeom>
          <a:solidFill>
            <a:srgbClr val="D00000">
              <a:alpha val="50000"/>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7" name="Rounded Rectangle">
            <a:extLst>
              <a:ext uri="{FF2B5EF4-FFF2-40B4-BE49-F238E27FC236}">
                <a16:creationId xmlns:a16="http://schemas.microsoft.com/office/drawing/2014/main" id="{FB30C935-DDBA-44B6-3162-1D76CAF67277}"/>
              </a:ext>
            </a:extLst>
          </p:cNvPr>
          <p:cNvSpPr/>
          <p:nvPr userDrawn="1"/>
        </p:nvSpPr>
        <p:spPr>
          <a:xfrm rot="1440000">
            <a:off x="3539133" y="913402"/>
            <a:ext cx="3050187" cy="6094978"/>
          </a:xfrm>
          <a:prstGeom prst="roundRect">
            <a:avLst>
              <a:gd name="adj" fmla="val 50000"/>
            </a:avLst>
          </a:prstGeom>
          <a:solidFill>
            <a:srgbClr val="D00000">
              <a:alpha val="50000"/>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10" name="Rounded Rectangle">
            <a:extLst>
              <a:ext uri="{FF2B5EF4-FFF2-40B4-BE49-F238E27FC236}">
                <a16:creationId xmlns:a16="http://schemas.microsoft.com/office/drawing/2014/main" id="{D60A485F-4B48-9572-1597-816E6CE6B345}"/>
              </a:ext>
            </a:extLst>
          </p:cNvPr>
          <p:cNvSpPr/>
          <p:nvPr userDrawn="1"/>
        </p:nvSpPr>
        <p:spPr>
          <a:xfrm rot="19748941">
            <a:off x="8902930" y="1830202"/>
            <a:ext cx="2613673" cy="5222721"/>
          </a:xfrm>
          <a:prstGeom prst="roundRect">
            <a:avLst>
              <a:gd name="adj" fmla="val 50000"/>
            </a:avLst>
          </a:prstGeom>
          <a:solidFill>
            <a:srgbClr val="D00000">
              <a:alpha val="50000"/>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8" name="Subtitle 2">
            <a:extLst>
              <a:ext uri="{FF2B5EF4-FFF2-40B4-BE49-F238E27FC236}">
                <a16:creationId xmlns:a16="http://schemas.microsoft.com/office/drawing/2014/main" id="{2DDFC8BD-6813-B369-1FFA-15E1E5479E56}"/>
              </a:ext>
            </a:extLst>
          </p:cNvPr>
          <p:cNvSpPr>
            <a:spLocks noGrp="1"/>
          </p:cNvSpPr>
          <p:nvPr userDrawn="1">
            <p:ph type="subTitle" idx="1" hasCustomPrompt="1"/>
          </p:nvPr>
        </p:nvSpPr>
        <p:spPr>
          <a:xfrm>
            <a:off x="502039" y="548279"/>
            <a:ext cx="4955540" cy="355847"/>
          </a:xfrm>
        </p:spPr>
        <p:txBody>
          <a:bodyPr>
            <a:normAutofit/>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#03</a:t>
            </a:r>
            <a:endParaRPr lang="en-US"/>
          </a:p>
        </p:txBody>
      </p:sp>
      <p:sp>
        <p:nvSpPr>
          <p:cNvPr id="9" name="Title 1">
            <a:extLst>
              <a:ext uri="{FF2B5EF4-FFF2-40B4-BE49-F238E27FC236}">
                <a16:creationId xmlns:a16="http://schemas.microsoft.com/office/drawing/2014/main" id="{764932F4-1CD2-99DC-6DDB-E2953F2F32C4}"/>
              </a:ext>
            </a:extLst>
          </p:cNvPr>
          <p:cNvSpPr>
            <a:spLocks noGrp="1"/>
          </p:cNvSpPr>
          <p:nvPr userDrawn="1">
            <p:ph type="ctrTitle" hasCustomPrompt="1"/>
          </p:nvPr>
        </p:nvSpPr>
        <p:spPr>
          <a:xfrm>
            <a:off x="502039" y="904126"/>
            <a:ext cx="4955540" cy="1832941"/>
          </a:xfrm>
        </p:spPr>
        <p:txBody>
          <a:bodyPr anchor="b">
            <a:normAutofit/>
          </a:bodyPr>
          <a:lstStyle>
            <a:lvl1pPr algn="l">
              <a:defRPr sz="4400">
                <a:solidFill>
                  <a:schemeClr val="bg1"/>
                </a:solidFill>
                <a:latin typeface="Georgia" panose="02040502050405020303" pitchFamily="18" charset="0"/>
              </a:defRPr>
            </a:lvl1pPr>
          </a:lstStyle>
          <a:p>
            <a:r>
              <a:rPr lang="en-GB"/>
              <a:t>Simple Section Divider</a:t>
            </a:r>
            <a:endParaRPr lang="en-US"/>
          </a:p>
        </p:txBody>
      </p:sp>
      <p:sp>
        <p:nvSpPr>
          <p:cNvPr id="6" name="TextBox 5">
            <a:extLst>
              <a:ext uri="{FF2B5EF4-FFF2-40B4-BE49-F238E27FC236}">
                <a16:creationId xmlns:a16="http://schemas.microsoft.com/office/drawing/2014/main" id="{70C09737-9760-AB00-1514-A76F1892484B}"/>
              </a:ext>
            </a:extLst>
          </p:cNvPr>
          <p:cNvSpPr txBox="1"/>
          <p:nvPr userDrawn="1"/>
        </p:nvSpPr>
        <p:spPr>
          <a:xfrm>
            <a:off x="475147" y="6554399"/>
            <a:ext cx="1500732" cy="230832"/>
          </a:xfrm>
          <a:prstGeom prst="rect">
            <a:avLst/>
          </a:prstGeom>
          <a:noFill/>
        </p:spPr>
        <p:txBody>
          <a:bodyPr wrap="none" rtlCol="0">
            <a:spAutoFit/>
          </a:bodyPr>
          <a:lstStyle/>
          <a:p>
            <a:r>
              <a:rPr lang="en-US" sz="900">
                <a:solidFill>
                  <a:schemeClr val="accent4">
                    <a:lumMod val="40000"/>
                    <a:lumOff val="60000"/>
                  </a:schemeClr>
                </a:solidFill>
                <a:latin typeface="+mj-lt"/>
              </a:rPr>
              <a:t>Confidential and </a:t>
            </a:r>
            <a:r>
              <a:rPr lang="en-AU" sz="900" b="0" i="0" u="none" strike="noStrike" kern="1200">
                <a:solidFill>
                  <a:schemeClr val="accent4">
                    <a:lumMod val="40000"/>
                    <a:lumOff val="60000"/>
                  </a:schemeClr>
                </a:solidFill>
                <a:effectLst/>
                <a:latin typeface="+mj-lt"/>
                <a:ea typeface="+mn-ea"/>
                <a:cs typeface="+mn-cs"/>
              </a:rPr>
              <a:t>Proprietary</a:t>
            </a:r>
            <a:endParaRPr lang="en-US" sz="900">
              <a:solidFill>
                <a:schemeClr val="accent4">
                  <a:lumMod val="40000"/>
                  <a:lumOff val="60000"/>
                </a:schemeClr>
              </a:solidFill>
              <a:latin typeface="+mj-lt"/>
            </a:endParaRPr>
          </a:p>
        </p:txBody>
      </p:sp>
      <p:sp>
        <p:nvSpPr>
          <p:cNvPr id="11" name="TextBox 10">
            <a:extLst>
              <a:ext uri="{FF2B5EF4-FFF2-40B4-BE49-F238E27FC236}">
                <a16:creationId xmlns:a16="http://schemas.microsoft.com/office/drawing/2014/main" id="{12B8822F-A02D-FBC6-2F0B-0764625CF39B}"/>
              </a:ext>
            </a:extLst>
          </p:cNvPr>
          <p:cNvSpPr txBox="1"/>
          <p:nvPr userDrawn="1"/>
        </p:nvSpPr>
        <p:spPr>
          <a:xfrm>
            <a:off x="11516839" y="6562093"/>
            <a:ext cx="422622" cy="230832"/>
          </a:xfrm>
          <a:prstGeom prst="rect">
            <a:avLst/>
          </a:prstGeom>
          <a:noFill/>
        </p:spPr>
        <p:txBody>
          <a:bodyPr wrap="square" rtlCol="0">
            <a:spAutoFit/>
          </a:bodyPr>
          <a:lstStyle/>
          <a:p>
            <a:pPr algn="r"/>
            <a:fld id="{ACFDA4C1-27A0-F748-8617-7025F24BD85F}" type="slidenum">
              <a:rPr lang="en-US" sz="900" smtClean="0">
                <a:solidFill>
                  <a:schemeClr val="accent4">
                    <a:lumMod val="60000"/>
                    <a:lumOff val="40000"/>
                  </a:schemeClr>
                </a:solidFill>
              </a:rPr>
              <a:pPr algn="r"/>
              <a:t>‹#›</a:t>
            </a:fld>
            <a:endParaRPr lang="en-US" sz="900">
              <a:solidFill>
                <a:schemeClr val="accent4">
                  <a:lumMod val="60000"/>
                  <a:lumOff val="40000"/>
                </a:schemeClr>
              </a:solidFill>
            </a:endParaRPr>
          </a:p>
        </p:txBody>
      </p:sp>
      <p:pic>
        <p:nvPicPr>
          <p:cNvPr id="4" name="Picture 3" descr="A white logo with black background&#10;&#10;Description automatically generated">
            <a:extLst>
              <a:ext uri="{FF2B5EF4-FFF2-40B4-BE49-F238E27FC236}">
                <a16:creationId xmlns:a16="http://schemas.microsoft.com/office/drawing/2014/main" id="{55244524-AFCF-CA23-996E-5DEAA18BC600}"/>
              </a:ext>
            </a:extLst>
          </p:cNvPr>
          <p:cNvPicPr>
            <a:picLocks noChangeAspect="1"/>
          </p:cNvPicPr>
          <p:nvPr userDrawn="1"/>
        </p:nvPicPr>
        <p:blipFill>
          <a:blip r:embed="rId2"/>
          <a:stretch>
            <a:fillRect/>
          </a:stretch>
        </p:blipFill>
        <p:spPr>
          <a:xfrm>
            <a:off x="11149723" y="362814"/>
            <a:ext cx="578427" cy="500016"/>
          </a:xfrm>
          <a:prstGeom prst="rect">
            <a:avLst/>
          </a:prstGeom>
        </p:spPr>
      </p:pic>
    </p:spTree>
    <p:extLst>
      <p:ext uri="{BB962C8B-B14F-4D97-AF65-F5344CB8AC3E}">
        <p14:creationId xmlns:p14="http://schemas.microsoft.com/office/powerpoint/2010/main" val="1370204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Section Divider with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13" name="Rounded Rectangle">
            <a:extLst>
              <a:ext uri="{FF2B5EF4-FFF2-40B4-BE49-F238E27FC236}">
                <a16:creationId xmlns:a16="http://schemas.microsoft.com/office/drawing/2014/main" id="{CFE5104B-E5C4-A6B7-DE0E-3EE87905386E}"/>
              </a:ext>
            </a:extLst>
          </p:cNvPr>
          <p:cNvSpPr/>
          <p:nvPr userDrawn="1"/>
        </p:nvSpPr>
        <p:spPr>
          <a:xfrm rot="2633855">
            <a:off x="1922704" y="2384177"/>
            <a:ext cx="2415601" cy="4826930"/>
          </a:xfrm>
          <a:prstGeom prst="roundRect">
            <a:avLst>
              <a:gd name="adj" fmla="val 50000"/>
            </a:avLst>
          </a:prstGeom>
          <a:solidFill>
            <a:srgbClr val="D00000">
              <a:alpha val="49998"/>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2" name="Rounded Rectangle">
            <a:extLst>
              <a:ext uri="{FF2B5EF4-FFF2-40B4-BE49-F238E27FC236}">
                <a16:creationId xmlns:a16="http://schemas.microsoft.com/office/drawing/2014/main" id="{1F0EA71A-72A2-1B4F-F117-7C7C9769053E}"/>
              </a:ext>
            </a:extLst>
          </p:cNvPr>
          <p:cNvSpPr/>
          <p:nvPr userDrawn="1"/>
        </p:nvSpPr>
        <p:spPr>
          <a:xfrm rot="1806914">
            <a:off x="4727618" y="1771398"/>
            <a:ext cx="2644286" cy="5283895"/>
          </a:xfrm>
          <a:prstGeom prst="roundRect">
            <a:avLst>
              <a:gd name="adj" fmla="val 50000"/>
            </a:avLst>
          </a:prstGeom>
          <a:solidFill>
            <a:srgbClr val="D00000">
              <a:alpha val="49998"/>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3" name="Rounded Rectangle">
            <a:extLst>
              <a:ext uri="{FF2B5EF4-FFF2-40B4-BE49-F238E27FC236}">
                <a16:creationId xmlns:a16="http://schemas.microsoft.com/office/drawing/2014/main" id="{C982C38D-C3A2-F707-4206-AE65423272CE}"/>
              </a:ext>
            </a:extLst>
          </p:cNvPr>
          <p:cNvSpPr/>
          <p:nvPr userDrawn="1"/>
        </p:nvSpPr>
        <p:spPr>
          <a:xfrm rot="889585">
            <a:off x="7238880" y="1125660"/>
            <a:ext cx="2903677" cy="5802218"/>
          </a:xfrm>
          <a:prstGeom prst="roundRect">
            <a:avLst>
              <a:gd name="adj" fmla="val 50000"/>
            </a:avLst>
          </a:prstGeom>
          <a:solidFill>
            <a:srgbClr val="D00000">
              <a:alpha val="49998"/>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5" name="Rounded Rectangle">
            <a:extLst>
              <a:ext uri="{FF2B5EF4-FFF2-40B4-BE49-F238E27FC236}">
                <a16:creationId xmlns:a16="http://schemas.microsoft.com/office/drawing/2014/main" id="{27F505BE-BC5F-08E2-4ECD-D67F29A0240C}"/>
              </a:ext>
            </a:extLst>
          </p:cNvPr>
          <p:cNvSpPr/>
          <p:nvPr userDrawn="1"/>
        </p:nvSpPr>
        <p:spPr>
          <a:xfrm rot="5400000">
            <a:off x="9917340" y="2550609"/>
            <a:ext cx="2888165" cy="5771222"/>
          </a:xfrm>
          <a:prstGeom prst="roundRect">
            <a:avLst>
              <a:gd name="adj" fmla="val 50000"/>
            </a:avLst>
          </a:prstGeom>
          <a:solidFill>
            <a:srgbClr val="D00000">
              <a:alpha val="49998"/>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8" name="Subtitle 2">
            <a:extLst>
              <a:ext uri="{FF2B5EF4-FFF2-40B4-BE49-F238E27FC236}">
                <a16:creationId xmlns:a16="http://schemas.microsoft.com/office/drawing/2014/main" id="{2DDFC8BD-6813-B369-1FFA-15E1E5479E56}"/>
              </a:ext>
            </a:extLst>
          </p:cNvPr>
          <p:cNvSpPr>
            <a:spLocks noGrp="1"/>
          </p:cNvSpPr>
          <p:nvPr>
            <p:ph type="subTitle" idx="1" hasCustomPrompt="1"/>
          </p:nvPr>
        </p:nvSpPr>
        <p:spPr>
          <a:xfrm>
            <a:off x="502039" y="548279"/>
            <a:ext cx="4955540" cy="355847"/>
          </a:xfrm>
        </p:spPr>
        <p:txBody>
          <a:bodyPr>
            <a:normAutofit/>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#04</a:t>
            </a:r>
            <a:endParaRPr lang="en-US"/>
          </a:p>
        </p:txBody>
      </p:sp>
      <p:sp>
        <p:nvSpPr>
          <p:cNvPr id="9" name="Title 1">
            <a:extLst>
              <a:ext uri="{FF2B5EF4-FFF2-40B4-BE49-F238E27FC236}">
                <a16:creationId xmlns:a16="http://schemas.microsoft.com/office/drawing/2014/main" id="{764932F4-1CD2-99DC-6DDB-E2953F2F32C4}"/>
              </a:ext>
            </a:extLst>
          </p:cNvPr>
          <p:cNvSpPr>
            <a:spLocks noGrp="1"/>
          </p:cNvSpPr>
          <p:nvPr>
            <p:ph type="ctrTitle" hasCustomPrompt="1"/>
          </p:nvPr>
        </p:nvSpPr>
        <p:spPr>
          <a:xfrm>
            <a:off x="502039" y="904126"/>
            <a:ext cx="4955540" cy="1832941"/>
          </a:xfrm>
        </p:spPr>
        <p:txBody>
          <a:bodyPr anchor="b">
            <a:normAutofit/>
          </a:bodyPr>
          <a:lstStyle>
            <a:lvl1pPr algn="l">
              <a:defRPr sz="4400">
                <a:solidFill>
                  <a:schemeClr val="bg1"/>
                </a:solidFill>
                <a:latin typeface="Georgia" panose="02040502050405020303" pitchFamily="18" charset="0"/>
              </a:defRPr>
            </a:lvl1pPr>
          </a:lstStyle>
          <a:p>
            <a:r>
              <a:rPr lang="en-GB"/>
              <a:t>Simple Section Divider</a:t>
            </a:r>
            <a:endParaRPr lang="en-US"/>
          </a:p>
        </p:txBody>
      </p:sp>
      <p:sp>
        <p:nvSpPr>
          <p:cNvPr id="6" name="TextBox 5">
            <a:extLst>
              <a:ext uri="{FF2B5EF4-FFF2-40B4-BE49-F238E27FC236}">
                <a16:creationId xmlns:a16="http://schemas.microsoft.com/office/drawing/2014/main" id="{70C09737-9760-AB00-1514-A76F1892484B}"/>
              </a:ext>
            </a:extLst>
          </p:cNvPr>
          <p:cNvSpPr txBox="1"/>
          <p:nvPr userDrawn="1"/>
        </p:nvSpPr>
        <p:spPr>
          <a:xfrm>
            <a:off x="475147" y="6554399"/>
            <a:ext cx="1500732" cy="230832"/>
          </a:xfrm>
          <a:prstGeom prst="rect">
            <a:avLst/>
          </a:prstGeom>
          <a:noFill/>
        </p:spPr>
        <p:txBody>
          <a:bodyPr wrap="none" rtlCol="0">
            <a:spAutoFit/>
          </a:bodyPr>
          <a:lstStyle/>
          <a:p>
            <a:r>
              <a:rPr lang="en-US" sz="900">
                <a:solidFill>
                  <a:schemeClr val="accent4">
                    <a:lumMod val="40000"/>
                    <a:lumOff val="60000"/>
                  </a:schemeClr>
                </a:solidFill>
                <a:latin typeface="+mj-lt"/>
              </a:rPr>
              <a:t>Confidential and </a:t>
            </a:r>
            <a:r>
              <a:rPr lang="en-AU" sz="900" b="0" i="0" u="none" strike="noStrike" kern="1200">
                <a:solidFill>
                  <a:schemeClr val="accent4">
                    <a:lumMod val="40000"/>
                    <a:lumOff val="60000"/>
                  </a:schemeClr>
                </a:solidFill>
                <a:effectLst/>
                <a:latin typeface="+mj-lt"/>
                <a:ea typeface="+mn-ea"/>
                <a:cs typeface="+mn-cs"/>
              </a:rPr>
              <a:t>Proprietary</a:t>
            </a:r>
            <a:endParaRPr lang="en-US" sz="900">
              <a:solidFill>
                <a:schemeClr val="accent4">
                  <a:lumMod val="40000"/>
                  <a:lumOff val="60000"/>
                </a:schemeClr>
              </a:solidFill>
              <a:latin typeface="+mj-lt"/>
            </a:endParaRPr>
          </a:p>
        </p:txBody>
      </p:sp>
      <p:sp>
        <p:nvSpPr>
          <p:cNvPr id="11" name="TextBox 10">
            <a:extLst>
              <a:ext uri="{FF2B5EF4-FFF2-40B4-BE49-F238E27FC236}">
                <a16:creationId xmlns:a16="http://schemas.microsoft.com/office/drawing/2014/main" id="{12B8822F-A02D-FBC6-2F0B-0764625CF39B}"/>
              </a:ext>
            </a:extLst>
          </p:cNvPr>
          <p:cNvSpPr txBox="1"/>
          <p:nvPr userDrawn="1"/>
        </p:nvSpPr>
        <p:spPr>
          <a:xfrm>
            <a:off x="11516839" y="6562093"/>
            <a:ext cx="422622" cy="230832"/>
          </a:xfrm>
          <a:prstGeom prst="rect">
            <a:avLst/>
          </a:prstGeom>
          <a:noFill/>
        </p:spPr>
        <p:txBody>
          <a:bodyPr wrap="square" rtlCol="0">
            <a:spAutoFit/>
          </a:bodyPr>
          <a:lstStyle/>
          <a:p>
            <a:pPr algn="r"/>
            <a:fld id="{ACFDA4C1-27A0-F748-8617-7025F24BD85F}" type="slidenum">
              <a:rPr lang="en-US" sz="900" smtClean="0">
                <a:solidFill>
                  <a:schemeClr val="accent4">
                    <a:lumMod val="60000"/>
                    <a:lumOff val="40000"/>
                  </a:schemeClr>
                </a:solidFill>
              </a:rPr>
              <a:pPr algn="r"/>
              <a:t>‹#›</a:t>
            </a:fld>
            <a:endParaRPr lang="en-US" sz="900">
              <a:solidFill>
                <a:schemeClr val="accent4">
                  <a:lumMod val="60000"/>
                  <a:lumOff val="40000"/>
                </a:schemeClr>
              </a:solidFill>
            </a:endParaRPr>
          </a:p>
        </p:txBody>
      </p:sp>
      <p:pic>
        <p:nvPicPr>
          <p:cNvPr id="4" name="Picture 3" descr="A white logo with black background&#10;&#10;Description automatically generated">
            <a:extLst>
              <a:ext uri="{FF2B5EF4-FFF2-40B4-BE49-F238E27FC236}">
                <a16:creationId xmlns:a16="http://schemas.microsoft.com/office/drawing/2014/main" id="{55244524-AFCF-CA23-996E-5DEAA18BC600}"/>
              </a:ext>
            </a:extLst>
          </p:cNvPr>
          <p:cNvPicPr>
            <a:picLocks noChangeAspect="1"/>
          </p:cNvPicPr>
          <p:nvPr userDrawn="1"/>
        </p:nvPicPr>
        <p:blipFill>
          <a:blip r:embed="rId2"/>
          <a:stretch>
            <a:fillRect/>
          </a:stretch>
        </p:blipFill>
        <p:spPr>
          <a:xfrm>
            <a:off x="11149723" y="362814"/>
            <a:ext cx="578427" cy="500016"/>
          </a:xfrm>
          <a:prstGeom prst="rect">
            <a:avLst/>
          </a:prstGeom>
        </p:spPr>
      </p:pic>
    </p:spTree>
    <p:extLst>
      <p:ext uri="{BB962C8B-B14F-4D97-AF65-F5344CB8AC3E}">
        <p14:creationId xmlns:p14="http://schemas.microsoft.com/office/powerpoint/2010/main" val="355812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Section Divider with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2" name="Rounded Rectangle">
            <a:extLst>
              <a:ext uri="{FF2B5EF4-FFF2-40B4-BE49-F238E27FC236}">
                <a16:creationId xmlns:a16="http://schemas.microsoft.com/office/drawing/2014/main" id="{3044D211-A940-1767-3AEB-149B6050B440}"/>
              </a:ext>
            </a:extLst>
          </p:cNvPr>
          <p:cNvSpPr/>
          <p:nvPr userDrawn="1"/>
        </p:nvSpPr>
        <p:spPr>
          <a:xfrm rot="2633855">
            <a:off x="-111497" y="2452831"/>
            <a:ext cx="2376968" cy="4749732"/>
          </a:xfrm>
          <a:prstGeom prst="roundRect">
            <a:avLst>
              <a:gd name="adj" fmla="val 50000"/>
            </a:avLst>
          </a:prstGeom>
          <a:solidFill>
            <a:srgbClr val="D00000">
              <a:alpha val="49998"/>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3" name="Rounded Rectangle">
            <a:extLst>
              <a:ext uri="{FF2B5EF4-FFF2-40B4-BE49-F238E27FC236}">
                <a16:creationId xmlns:a16="http://schemas.microsoft.com/office/drawing/2014/main" id="{B4FB66D5-50FA-CE5B-E29B-6187EBDB69BB}"/>
              </a:ext>
            </a:extLst>
          </p:cNvPr>
          <p:cNvSpPr/>
          <p:nvPr userDrawn="1"/>
        </p:nvSpPr>
        <p:spPr>
          <a:xfrm rot="1806914">
            <a:off x="2655748" y="1951111"/>
            <a:ext cx="2546666" cy="5088828"/>
          </a:xfrm>
          <a:prstGeom prst="roundRect">
            <a:avLst>
              <a:gd name="adj" fmla="val 50000"/>
            </a:avLst>
          </a:prstGeom>
          <a:solidFill>
            <a:srgbClr val="D00000">
              <a:alpha val="49998"/>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5" name="Rounded Rectangle">
            <a:extLst>
              <a:ext uri="{FF2B5EF4-FFF2-40B4-BE49-F238E27FC236}">
                <a16:creationId xmlns:a16="http://schemas.microsoft.com/office/drawing/2014/main" id="{9FB506E7-5370-F2D7-0F0B-26C60CCFC903}"/>
              </a:ext>
            </a:extLst>
          </p:cNvPr>
          <p:cNvSpPr/>
          <p:nvPr userDrawn="1"/>
        </p:nvSpPr>
        <p:spPr>
          <a:xfrm rot="889585">
            <a:off x="5015620" y="1157694"/>
            <a:ext cx="2886238" cy="5767371"/>
          </a:xfrm>
          <a:prstGeom prst="roundRect">
            <a:avLst>
              <a:gd name="adj" fmla="val 50000"/>
            </a:avLst>
          </a:prstGeom>
          <a:solidFill>
            <a:srgbClr val="D00000">
              <a:alpha val="49998"/>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15" name="Rounded Rectangle">
            <a:extLst>
              <a:ext uri="{FF2B5EF4-FFF2-40B4-BE49-F238E27FC236}">
                <a16:creationId xmlns:a16="http://schemas.microsoft.com/office/drawing/2014/main" id="{D4CF7AC9-D816-F7CB-F4DA-EF16B16B3DEE}"/>
              </a:ext>
            </a:extLst>
          </p:cNvPr>
          <p:cNvSpPr/>
          <p:nvPr userDrawn="1"/>
        </p:nvSpPr>
        <p:spPr>
          <a:xfrm rot="20529313">
            <a:off x="7779838" y="1883190"/>
            <a:ext cx="2546666" cy="5088828"/>
          </a:xfrm>
          <a:prstGeom prst="roundRect">
            <a:avLst>
              <a:gd name="adj" fmla="val 50000"/>
            </a:avLst>
          </a:prstGeom>
          <a:solidFill>
            <a:srgbClr val="D00000">
              <a:alpha val="49998"/>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8" name="Subtitle 2">
            <a:extLst>
              <a:ext uri="{FF2B5EF4-FFF2-40B4-BE49-F238E27FC236}">
                <a16:creationId xmlns:a16="http://schemas.microsoft.com/office/drawing/2014/main" id="{2DDFC8BD-6813-B369-1FFA-15E1E5479E56}"/>
              </a:ext>
            </a:extLst>
          </p:cNvPr>
          <p:cNvSpPr>
            <a:spLocks noGrp="1"/>
          </p:cNvSpPr>
          <p:nvPr userDrawn="1">
            <p:ph type="subTitle" idx="1" hasCustomPrompt="1"/>
          </p:nvPr>
        </p:nvSpPr>
        <p:spPr>
          <a:xfrm>
            <a:off x="502039" y="548279"/>
            <a:ext cx="4955540" cy="355847"/>
          </a:xfrm>
        </p:spPr>
        <p:txBody>
          <a:bodyPr>
            <a:normAutofit/>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#05</a:t>
            </a:r>
          </a:p>
        </p:txBody>
      </p:sp>
      <p:sp>
        <p:nvSpPr>
          <p:cNvPr id="9" name="Title 1">
            <a:extLst>
              <a:ext uri="{FF2B5EF4-FFF2-40B4-BE49-F238E27FC236}">
                <a16:creationId xmlns:a16="http://schemas.microsoft.com/office/drawing/2014/main" id="{764932F4-1CD2-99DC-6DDB-E2953F2F32C4}"/>
              </a:ext>
            </a:extLst>
          </p:cNvPr>
          <p:cNvSpPr>
            <a:spLocks noGrp="1"/>
          </p:cNvSpPr>
          <p:nvPr userDrawn="1">
            <p:ph type="ctrTitle" hasCustomPrompt="1"/>
          </p:nvPr>
        </p:nvSpPr>
        <p:spPr>
          <a:xfrm>
            <a:off x="502039" y="904126"/>
            <a:ext cx="4955540" cy="1832941"/>
          </a:xfrm>
        </p:spPr>
        <p:txBody>
          <a:bodyPr anchor="b">
            <a:normAutofit/>
          </a:bodyPr>
          <a:lstStyle>
            <a:lvl1pPr algn="l">
              <a:defRPr sz="4400">
                <a:solidFill>
                  <a:schemeClr val="bg1"/>
                </a:solidFill>
                <a:latin typeface="Georgia" panose="02040502050405020303" pitchFamily="18" charset="0"/>
              </a:defRPr>
            </a:lvl1pPr>
          </a:lstStyle>
          <a:p>
            <a:r>
              <a:rPr lang="en-GB"/>
              <a:t>Simple Section Divider</a:t>
            </a:r>
            <a:endParaRPr lang="en-US"/>
          </a:p>
        </p:txBody>
      </p:sp>
      <p:sp>
        <p:nvSpPr>
          <p:cNvPr id="6" name="TextBox 5">
            <a:extLst>
              <a:ext uri="{FF2B5EF4-FFF2-40B4-BE49-F238E27FC236}">
                <a16:creationId xmlns:a16="http://schemas.microsoft.com/office/drawing/2014/main" id="{70C09737-9760-AB00-1514-A76F1892484B}"/>
              </a:ext>
            </a:extLst>
          </p:cNvPr>
          <p:cNvSpPr txBox="1"/>
          <p:nvPr userDrawn="1"/>
        </p:nvSpPr>
        <p:spPr>
          <a:xfrm>
            <a:off x="475147" y="6554399"/>
            <a:ext cx="1500732" cy="230832"/>
          </a:xfrm>
          <a:prstGeom prst="rect">
            <a:avLst/>
          </a:prstGeom>
          <a:noFill/>
        </p:spPr>
        <p:txBody>
          <a:bodyPr wrap="none" rtlCol="0">
            <a:spAutoFit/>
          </a:bodyPr>
          <a:lstStyle/>
          <a:p>
            <a:r>
              <a:rPr lang="en-US" sz="900">
                <a:solidFill>
                  <a:schemeClr val="accent4">
                    <a:lumMod val="40000"/>
                    <a:lumOff val="60000"/>
                  </a:schemeClr>
                </a:solidFill>
                <a:latin typeface="+mj-lt"/>
              </a:rPr>
              <a:t>Confidential and </a:t>
            </a:r>
            <a:r>
              <a:rPr lang="en-AU" sz="900" b="0" i="0" u="none" strike="noStrike" kern="1200">
                <a:solidFill>
                  <a:schemeClr val="accent4">
                    <a:lumMod val="40000"/>
                    <a:lumOff val="60000"/>
                  </a:schemeClr>
                </a:solidFill>
                <a:effectLst/>
                <a:latin typeface="+mj-lt"/>
                <a:ea typeface="+mn-ea"/>
                <a:cs typeface="+mn-cs"/>
              </a:rPr>
              <a:t>Proprietary</a:t>
            </a:r>
            <a:endParaRPr lang="en-US" sz="900">
              <a:solidFill>
                <a:schemeClr val="accent4">
                  <a:lumMod val="40000"/>
                  <a:lumOff val="60000"/>
                </a:schemeClr>
              </a:solidFill>
              <a:latin typeface="+mj-lt"/>
            </a:endParaRPr>
          </a:p>
        </p:txBody>
      </p:sp>
      <p:sp>
        <p:nvSpPr>
          <p:cNvPr id="11" name="TextBox 10">
            <a:extLst>
              <a:ext uri="{FF2B5EF4-FFF2-40B4-BE49-F238E27FC236}">
                <a16:creationId xmlns:a16="http://schemas.microsoft.com/office/drawing/2014/main" id="{12B8822F-A02D-FBC6-2F0B-0764625CF39B}"/>
              </a:ext>
            </a:extLst>
          </p:cNvPr>
          <p:cNvSpPr txBox="1"/>
          <p:nvPr userDrawn="1"/>
        </p:nvSpPr>
        <p:spPr>
          <a:xfrm>
            <a:off x="11516839" y="6562093"/>
            <a:ext cx="422622" cy="230832"/>
          </a:xfrm>
          <a:prstGeom prst="rect">
            <a:avLst/>
          </a:prstGeom>
          <a:noFill/>
        </p:spPr>
        <p:txBody>
          <a:bodyPr wrap="square" rtlCol="0">
            <a:spAutoFit/>
          </a:bodyPr>
          <a:lstStyle/>
          <a:p>
            <a:pPr algn="r"/>
            <a:fld id="{ACFDA4C1-27A0-F748-8617-7025F24BD85F}" type="slidenum">
              <a:rPr lang="en-US" sz="900" smtClean="0">
                <a:solidFill>
                  <a:schemeClr val="accent4">
                    <a:lumMod val="60000"/>
                    <a:lumOff val="40000"/>
                  </a:schemeClr>
                </a:solidFill>
              </a:rPr>
              <a:pPr algn="r"/>
              <a:t>‹#›</a:t>
            </a:fld>
            <a:endParaRPr lang="en-US" sz="900">
              <a:solidFill>
                <a:schemeClr val="accent4">
                  <a:lumMod val="60000"/>
                  <a:lumOff val="40000"/>
                </a:schemeClr>
              </a:solidFill>
            </a:endParaRPr>
          </a:p>
        </p:txBody>
      </p:sp>
      <p:pic>
        <p:nvPicPr>
          <p:cNvPr id="4" name="Picture 3" descr="A white logo with black background&#10;&#10;Description automatically generated">
            <a:extLst>
              <a:ext uri="{FF2B5EF4-FFF2-40B4-BE49-F238E27FC236}">
                <a16:creationId xmlns:a16="http://schemas.microsoft.com/office/drawing/2014/main" id="{55244524-AFCF-CA23-996E-5DEAA18BC600}"/>
              </a:ext>
            </a:extLst>
          </p:cNvPr>
          <p:cNvPicPr>
            <a:picLocks noChangeAspect="1"/>
          </p:cNvPicPr>
          <p:nvPr userDrawn="1"/>
        </p:nvPicPr>
        <p:blipFill>
          <a:blip r:embed="rId2"/>
          <a:stretch>
            <a:fillRect/>
          </a:stretch>
        </p:blipFill>
        <p:spPr>
          <a:xfrm>
            <a:off x="11149723" y="362814"/>
            <a:ext cx="578427" cy="500016"/>
          </a:xfrm>
          <a:prstGeom prst="rect">
            <a:avLst/>
          </a:prstGeom>
        </p:spPr>
      </p:pic>
      <p:sp>
        <p:nvSpPr>
          <p:cNvPr id="16" name="Rounded Rectangle">
            <a:extLst>
              <a:ext uri="{FF2B5EF4-FFF2-40B4-BE49-F238E27FC236}">
                <a16:creationId xmlns:a16="http://schemas.microsoft.com/office/drawing/2014/main" id="{9AEE9D86-5610-44D1-E2FF-4C654337ED6D}"/>
              </a:ext>
            </a:extLst>
          </p:cNvPr>
          <p:cNvSpPr/>
          <p:nvPr userDrawn="1"/>
        </p:nvSpPr>
        <p:spPr>
          <a:xfrm rot="19603547">
            <a:off x="10073139" y="2486400"/>
            <a:ext cx="2312569" cy="4621049"/>
          </a:xfrm>
          <a:prstGeom prst="roundRect">
            <a:avLst>
              <a:gd name="adj" fmla="val 50000"/>
            </a:avLst>
          </a:prstGeom>
          <a:solidFill>
            <a:srgbClr val="D00000">
              <a:alpha val="49998"/>
            </a:srgb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Tree>
    <p:extLst>
      <p:ext uri="{BB962C8B-B14F-4D97-AF65-F5344CB8AC3E}">
        <p14:creationId xmlns:p14="http://schemas.microsoft.com/office/powerpoint/2010/main" val="8210193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Divider Purple">
    <p:bg>
      <p:bgPr>
        <a:solidFill>
          <a:schemeClr val="accent2"/>
        </a:solidFill>
        <a:effectLst/>
      </p:bgPr>
    </p:bg>
    <p:spTree>
      <p:nvGrpSpPr>
        <p:cNvPr id="1" name=""/>
        <p:cNvGrpSpPr/>
        <p:nvPr/>
      </p:nvGrpSpPr>
      <p:grpSpPr>
        <a:xfrm>
          <a:off x="0" y="0"/>
          <a:ext cx="0" cy="0"/>
          <a:chOff x="0" y="0"/>
          <a:chExt cx="0" cy="0"/>
        </a:xfrm>
      </p:grpSpPr>
      <p:sp>
        <p:nvSpPr>
          <p:cNvPr id="7" name="Rounded Rectangle">
            <a:extLst>
              <a:ext uri="{FF2B5EF4-FFF2-40B4-BE49-F238E27FC236}">
                <a16:creationId xmlns:a16="http://schemas.microsoft.com/office/drawing/2014/main" id="{F2C33E1F-C07D-E887-FA39-39774611E890}"/>
              </a:ext>
            </a:extLst>
          </p:cNvPr>
          <p:cNvSpPr/>
          <p:nvPr userDrawn="1"/>
        </p:nvSpPr>
        <p:spPr>
          <a:xfrm rot="1686860">
            <a:off x="8446513" y="982719"/>
            <a:ext cx="3038156" cy="6070936"/>
          </a:xfrm>
          <a:prstGeom prst="roundRect">
            <a:avLst>
              <a:gd name="adj" fmla="val 50000"/>
            </a:avLst>
          </a:prstGeom>
          <a:solidFill>
            <a:schemeClr val="accent3"/>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3" name="Subtitle 2">
            <a:extLst>
              <a:ext uri="{FF2B5EF4-FFF2-40B4-BE49-F238E27FC236}">
                <a16:creationId xmlns:a16="http://schemas.microsoft.com/office/drawing/2014/main" id="{92542855-6258-9BF6-2DF4-C70C8C0BA56E}"/>
              </a:ext>
            </a:extLst>
          </p:cNvPr>
          <p:cNvSpPr>
            <a:spLocks noGrp="1"/>
          </p:cNvSpPr>
          <p:nvPr>
            <p:ph type="subTitle" idx="1" hasCustomPrompt="1"/>
          </p:nvPr>
        </p:nvSpPr>
        <p:spPr>
          <a:xfrm>
            <a:off x="502039" y="548279"/>
            <a:ext cx="4955540" cy="355847"/>
          </a:xfrm>
        </p:spPr>
        <p:txBody>
          <a:bodyPr>
            <a:normAutofit/>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#05</a:t>
            </a:r>
            <a:endParaRPr lang="en-US"/>
          </a:p>
        </p:txBody>
      </p:sp>
      <p:sp>
        <p:nvSpPr>
          <p:cNvPr id="4" name="Title 1">
            <a:extLst>
              <a:ext uri="{FF2B5EF4-FFF2-40B4-BE49-F238E27FC236}">
                <a16:creationId xmlns:a16="http://schemas.microsoft.com/office/drawing/2014/main" id="{BD909C26-0E30-9E04-8AF9-687CA33C6EC3}"/>
              </a:ext>
            </a:extLst>
          </p:cNvPr>
          <p:cNvSpPr>
            <a:spLocks noGrp="1"/>
          </p:cNvSpPr>
          <p:nvPr>
            <p:ph type="ctrTitle" hasCustomPrompt="1"/>
          </p:nvPr>
        </p:nvSpPr>
        <p:spPr>
          <a:xfrm>
            <a:off x="502039" y="904126"/>
            <a:ext cx="4955540" cy="1832941"/>
          </a:xfrm>
        </p:spPr>
        <p:txBody>
          <a:bodyPr anchor="b">
            <a:normAutofit/>
          </a:bodyPr>
          <a:lstStyle>
            <a:lvl1pPr algn="l">
              <a:defRPr sz="4400">
                <a:solidFill>
                  <a:schemeClr val="bg1"/>
                </a:solidFill>
                <a:latin typeface="Georgia" panose="02040502050405020303" pitchFamily="18" charset="0"/>
              </a:defRPr>
            </a:lvl1pPr>
          </a:lstStyle>
          <a:p>
            <a:r>
              <a:rPr lang="en-GB"/>
              <a:t>Simple Section Purple</a:t>
            </a:r>
            <a:endParaRPr lang="en-US"/>
          </a:p>
        </p:txBody>
      </p:sp>
      <p:pic>
        <p:nvPicPr>
          <p:cNvPr id="14" name="Picture 13" descr="A white logo with black background&#10;&#10;Description automatically generated">
            <a:extLst>
              <a:ext uri="{FF2B5EF4-FFF2-40B4-BE49-F238E27FC236}">
                <a16:creationId xmlns:a16="http://schemas.microsoft.com/office/drawing/2014/main" id="{47BB8D08-FA36-2FB8-B4C1-9C1D8987455C}"/>
              </a:ext>
            </a:extLst>
          </p:cNvPr>
          <p:cNvPicPr>
            <a:picLocks noChangeAspect="1"/>
          </p:cNvPicPr>
          <p:nvPr userDrawn="1"/>
        </p:nvPicPr>
        <p:blipFill>
          <a:blip r:embed="rId2"/>
          <a:stretch>
            <a:fillRect/>
          </a:stretch>
        </p:blipFill>
        <p:spPr>
          <a:xfrm>
            <a:off x="11149723" y="262146"/>
            <a:ext cx="578427" cy="500016"/>
          </a:xfrm>
          <a:prstGeom prst="rect">
            <a:avLst/>
          </a:prstGeom>
        </p:spPr>
      </p:pic>
      <p:sp>
        <p:nvSpPr>
          <p:cNvPr id="6" name="TextBox 5">
            <a:extLst>
              <a:ext uri="{FF2B5EF4-FFF2-40B4-BE49-F238E27FC236}">
                <a16:creationId xmlns:a16="http://schemas.microsoft.com/office/drawing/2014/main" id="{19F4828D-66A0-0643-AAA6-5157BD047049}"/>
              </a:ext>
            </a:extLst>
          </p:cNvPr>
          <p:cNvSpPr txBox="1"/>
          <p:nvPr userDrawn="1"/>
        </p:nvSpPr>
        <p:spPr>
          <a:xfrm>
            <a:off x="475147" y="6554399"/>
            <a:ext cx="1500732" cy="230832"/>
          </a:xfrm>
          <a:prstGeom prst="rect">
            <a:avLst/>
          </a:prstGeom>
          <a:noFill/>
        </p:spPr>
        <p:txBody>
          <a:bodyPr wrap="none" rtlCol="0">
            <a:spAutoFit/>
          </a:bodyPr>
          <a:lstStyle/>
          <a:p>
            <a:r>
              <a:rPr lang="en-US" sz="900">
                <a:solidFill>
                  <a:schemeClr val="bg1"/>
                </a:solidFill>
                <a:latin typeface="+mj-lt"/>
              </a:rPr>
              <a:t>Confidential and </a:t>
            </a:r>
            <a:r>
              <a:rPr lang="en-AU" sz="900" b="0" i="0" u="none" strike="noStrike" kern="1200">
                <a:solidFill>
                  <a:schemeClr val="bg1"/>
                </a:solidFill>
                <a:effectLst/>
                <a:latin typeface="+mj-lt"/>
                <a:ea typeface="+mn-ea"/>
                <a:cs typeface="+mn-cs"/>
              </a:rPr>
              <a:t>Proprietary</a:t>
            </a:r>
            <a:endParaRPr lang="en-US" sz="900">
              <a:solidFill>
                <a:schemeClr val="bg1"/>
              </a:solidFill>
              <a:latin typeface="+mj-lt"/>
            </a:endParaRPr>
          </a:p>
        </p:txBody>
      </p:sp>
      <p:sp>
        <p:nvSpPr>
          <p:cNvPr id="8" name="TextBox 7">
            <a:extLst>
              <a:ext uri="{FF2B5EF4-FFF2-40B4-BE49-F238E27FC236}">
                <a16:creationId xmlns:a16="http://schemas.microsoft.com/office/drawing/2014/main" id="{CC603442-0B6C-3421-E21F-1628275F2810}"/>
              </a:ext>
            </a:extLst>
          </p:cNvPr>
          <p:cNvSpPr txBox="1"/>
          <p:nvPr userDrawn="1"/>
        </p:nvSpPr>
        <p:spPr>
          <a:xfrm>
            <a:off x="11516839" y="6562093"/>
            <a:ext cx="422622" cy="230832"/>
          </a:xfrm>
          <a:prstGeom prst="rect">
            <a:avLst/>
          </a:prstGeom>
          <a:noFill/>
        </p:spPr>
        <p:txBody>
          <a:bodyPr wrap="square" rtlCol="0">
            <a:spAutoFit/>
          </a:bodyPr>
          <a:lstStyle/>
          <a:p>
            <a:pPr algn="r"/>
            <a:fld id="{ACFDA4C1-27A0-F748-8617-7025F24BD85F}" type="slidenum">
              <a:rPr lang="en-US" sz="900" smtClean="0">
                <a:solidFill>
                  <a:schemeClr val="bg1"/>
                </a:solidFill>
              </a:rPr>
              <a:pPr algn="r"/>
              <a:t>‹#›</a:t>
            </a:fld>
            <a:endParaRPr lang="en-US" sz="900">
              <a:solidFill>
                <a:schemeClr val="bg1"/>
              </a:solidFill>
            </a:endParaRPr>
          </a:p>
        </p:txBody>
      </p:sp>
    </p:spTree>
    <p:extLst>
      <p:ext uri="{BB962C8B-B14F-4D97-AF65-F5344CB8AC3E}">
        <p14:creationId xmlns:p14="http://schemas.microsoft.com/office/powerpoint/2010/main" val="6595637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Divider Purple">
    <p:bg>
      <p:bgPr>
        <a:solidFill>
          <a:srgbClr val="E8B321"/>
        </a:solidFill>
        <a:effectLst/>
      </p:bgPr>
    </p:bg>
    <p:spTree>
      <p:nvGrpSpPr>
        <p:cNvPr id="1" name=""/>
        <p:cNvGrpSpPr/>
        <p:nvPr/>
      </p:nvGrpSpPr>
      <p:grpSpPr>
        <a:xfrm>
          <a:off x="0" y="0"/>
          <a:ext cx="0" cy="0"/>
          <a:chOff x="0" y="0"/>
          <a:chExt cx="0" cy="0"/>
        </a:xfrm>
      </p:grpSpPr>
      <p:sp>
        <p:nvSpPr>
          <p:cNvPr id="7" name="Rounded Rectangle">
            <a:extLst>
              <a:ext uri="{FF2B5EF4-FFF2-40B4-BE49-F238E27FC236}">
                <a16:creationId xmlns:a16="http://schemas.microsoft.com/office/drawing/2014/main" id="{F2C33E1F-C07D-E887-FA39-39774611E890}"/>
              </a:ext>
            </a:extLst>
          </p:cNvPr>
          <p:cNvSpPr/>
          <p:nvPr userDrawn="1"/>
        </p:nvSpPr>
        <p:spPr>
          <a:xfrm rot="5400000">
            <a:off x="5217337" y="1682362"/>
            <a:ext cx="3458750" cy="6911381"/>
          </a:xfrm>
          <a:prstGeom prst="roundRect">
            <a:avLst>
              <a:gd name="adj" fmla="val 50000"/>
            </a:avLst>
          </a:prstGeom>
          <a:solidFill>
            <a:srgbClr val="FFE45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3" name="Subtitle 2">
            <a:extLst>
              <a:ext uri="{FF2B5EF4-FFF2-40B4-BE49-F238E27FC236}">
                <a16:creationId xmlns:a16="http://schemas.microsoft.com/office/drawing/2014/main" id="{1EB462E8-EDC8-E746-3770-33D6808CCDED}"/>
              </a:ext>
            </a:extLst>
          </p:cNvPr>
          <p:cNvSpPr>
            <a:spLocks noGrp="1"/>
          </p:cNvSpPr>
          <p:nvPr>
            <p:ph type="subTitle" idx="1" hasCustomPrompt="1"/>
          </p:nvPr>
        </p:nvSpPr>
        <p:spPr>
          <a:xfrm>
            <a:off x="502039" y="548279"/>
            <a:ext cx="4955540" cy="355847"/>
          </a:xfrm>
        </p:spPr>
        <p:txBody>
          <a:bodyPr>
            <a:normAutofit/>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#05</a:t>
            </a:r>
            <a:endParaRPr lang="en-US"/>
          </a:p>
        </p:txBody>
      </p:sp>
      <p:sp>
        <p:nvSpPr>
          <p:cNvPr id="4" name="Title 1">
            <a:extLst>
              <a:ext uri="{FF2B5EF4-FFF2-40B4-BE49-F238E27FC236}">
                <a16:creationId xmlns:a16="http://schemas.microsoft.com/office/drawing/2014/main" id="{0ED23BF5-7906-C788-ECE0-BC4F15CAFB9F}"/>
              </a:ext>
            </a:extLst>
          </p:cNvPr>
          <p:cNvSpPr>
            <a:spLocks noGrp="1"/>
          </p:cNvSpPr>
          <p:nvPr>
            <p:ph type="ctrTitle" hasCustomPrompt="1"/>
          </p:nvPr>
        </p:nvSpPr>
        <p:spPr>
          <a:xfrm>
            <a:off x="502039" y="904126"/>
            <a:ext cx="4955540" cy="1832941"/>
          </a:xfrm>
        </p:spPr>
        <p:txBody>
          <a:bodyPr anchor="b">
            <a:normAutofit/>
          </a:bodyPr>
          <a:lstStyle>
            <a:lvl1pPr algn="l">
              <a:defRPr sz="4400">
                <a:solidFill>
                  <a:schemeClr val="bg1"/>
                </a:solidFill>
                <a:latin typeface="Georgia" panose="02040502050405020303" pitchFamily="18" charset="0"/>
              </a:defRPr>
            </a:lvl1pPr>
          </a:lstStyle>
          <a:p>
            <a:r>
              <a:rPr lang="en-GB"/>
              <a:t>Simple Section Gold</a:t>
            </a:r>
            <a:endParaRPr lang="en-US"/>
          </a:p>
        </p:txBody>
      </p:sp>
      <p:pic>
        <p:nvPicPr>
          <p:cNvPr id="14" name="Picture 13" descr="A white logo with black background&#10;&#10;Description automatically generated">
            <a:extLst>
              <a:ext uri="{FF2B5EF4-FFF2-40B4-BE49-F238E27FC236}">
                <a16:creationId xmlns:a16="http://schemas.microsoft.com/office/drawing/2014/main" id="{6C6B7A97-9486-14DA-0F33-D8E194A8DC5F}"/>
              </a:ext>
            </a:extLst>
          </p:cNvPr>
          <p:cNvPicPr>
            <a:picLocks noChangeAspect="1"/>
          </p:cNvPicPr>
          <p:nvPr userDrawn="1"/>
        </p:nvPicPr>
        <p:blipFill>
          <a:blip r:embed="rId2"/>
          <a:stretch>
            <a:fillRect/>
          </a:stretch>
        </p:blipFill>
        <p:spPr>
          <a:xfrm>
            <a:off x="11149723" y="262146"/>
            <a:ext cx="578427" cy="500016"/>
          </a:xfrm>
          <a:prstGeom prst="rect">
            <a:avLst/>
          </a:prstGeom>
        </p:spPr>
      </p:pic>
      <p:sp>
        <p:nvSpPr>
          <p:cNvPr id="6" name="TextBox 5">
            <a:extLst>
              <a:ext uri="{FF2B5EF4-FFF2-40B4-BE49-F238E27FC236}">
                <a16:creationId xmlns:a16="http://schemas.microsoft.com/office/drawing/2014/main" id="{69DD5CFC-66FA-878D-68B6-E4715EA4EB20}"/>
              </a:ext>
            </a:extLst>
          </p:cNvPr>
          <p:cNvSpPr txBox="1"/>
          <p:nvPr userDrawn="1"/>
        </p:nvSpPr>
        <p:spPr>
          <a:xfrm>
            <a:off x="475147" y="6554399"/>
            <a:ext cx="1500732" cy="230832"/>
          </a:xfrm>
          <a:prstGeom prst="rect">
            <a:avLst/>
          </a:prstGeom>
          <a:noFill/>
        </p:spPr>
        <p:txBody>
          <a:bodyPr wrap="none" rtlCol="0">
            <a:spAutoFit/>
          </a:bodyPr>
          <a:lstStyle/>
          <a:p>
            <a:r>
              <a:rPr lang="en-US" sz="900">
                <a:solidFill>
                  <a:schemeClr val="bg1"/>
                </a:solidFill>
                <a:latin typeface="+mj-lt"/>
              </a:rPr>
              <a:t>Confidential and </a:t>
            </a:r>
            <a:r>
              <a:rPr lang="en-AU" sz="900" b="0" i="0" u="none" strike="noStrike" kern="1200">
                <a:solidFill>
                  <a:schemeClr val="bg1"/>
                </a:solidFill>
                <a:effectLst/>
                <a:latin typeface="+mj-lt"/>
                <a:ea typeface="+mn-ea"/>
                <a:cs typeface="+mn-cs"/>
              </a:rPr>
              <a:t>Proprietary</a:t>
            </a:r>
            <a:endParaRPr lang="en-US" sz="900">
              <a:solidFill>
                <a:schemeClr val="bg1"/>
              </a:solidFill>
              <a:latin typeface="+mj-lt"/>
            </a:endParaRPr>
          </a:p>
        </p:txBody>
      </p:sp>
      <p:sp>
        <p:nvSpPr>
          <p:cNvPr id="8" name="TextBox 7">
            <a:extLst>
              <a:ext uri="{FF2B5EF4-FFF2-40B4-BE49-F238E27FC236}">
                <a16:creationId xmlns:a16="http://schemas.microsoft.com/office/drawing/2014/main" id="{C852B537-8323-1668-E3F4-CC800676374D}"/>
              </a:ext>
            </a:extLst>
          </p:cNvPr>
          <p:cNvSpPr txBox="1"/>
          <p:nvPr userDrawn="1"/>
        </p:nvSpPr>
        <p:spPr>
          <a:xfrm>
            <a:off x="11516839" y="6562093"/>
            <a:ext cx="422622" cy="230832"/>
          </a:xfrm>
          <a:prstGeom prst="rect">
            <a:avLst/>
          </a:prstGeom>
          <a:noFill/>
        </p:spPr>
        <p:txBody>
          <a:bodyPr wrap="square" rtlCol="0">
            <a:spAutoFit/>
          </a:bodyPr>
          <a:lstStyle/>
          <a:p>
            <a:pPr algn="r"/>
            <a:fld id="{ACFDA4C1-27A0-F748-8617-7025F24BD85F}" type="slidenum">
              <a:rPr lang="en-US" sz="900" smtClean="0">
                <a:solidFill>
                  <a:schemeClr val="bg1"/>
                </a:solidFill>
              </a:rPr>
              <a:pPr algn="r"/>
              <a:t>‹#›</a:t>
            </a:fld>
            <a:endParaRPr lang="en-US" sz="900">
              <a:solidFill>
                <a:schemeClr val="bg1"/>
              </a:solidFill>
            </a:endParaRPr>
          </a:p>
        </p:txBody>
      </p:sp>
    </p:spTree>
    <p:extLst>
      <p:ext uri="{BB962C8B-B14F-4D97-AF65-F5344CB8AC3E}">
        <p14:creationId xmlns:p14="http://schemas.microsoft.com/office/powerpoint/2010/main" val="41668539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Section Divider Purple">
    <p:bg>
      <p:bgPr>
        <a:solidFill>
          <a:schemeClr val="accent4">
            <a:lumMod val="75000"/>
          </a:schemeClr>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C0539D53-1BDE-085A-5952-86287CAA6EE9}"/>
              </a:ext>
            </a:extLst>
          </p:cNvPr>
          <p:cNvGrpSpPr/>
          <p:nvPr userDrawn="1"/>
        </p:nvGrpSpPr>
        <p:grpSpPr>
          <a:xfrm>
            <a:off x="5520528" y="1330858"/>
            <a:ext cx="5629195" cy="5592071"/>
            <a:chOff x="4919028" y="864126"/>
            <a:chExt cx="6099026" cy="6058804"/>
          </a:xfrm>
        </p:grpSpPr>
        <p:sp>
          <p:nvSpPr>
            <p:cNvPr id="7" name="Rounded Rectangle">
              <a:extLst>
                <a:ext uri="{FF2B5EF4-FFF2-40B4-BE49-F238E27FC236}">
                  <a16:creationId xmlns:a16="http://schemas.microsoft.com/office/drawing/2014/main" id="{F2C33E1F-C07D-E887-FA39-39774611E890}"/>
                </a:ext>
              </a:extLst>
            </p:cNvPr>
            <p:cNvSpPr/>
            <p:nvPr userDrawn="1"/>
          </p:nvSpPr>
          <p:spPr>
            <a:xfrm rot="900000">
              <a:off x="4919028" y="919629"/>
              <a:ext cx="3004308" cy="6003301"/>
            </a:xfrm>
            <a:prstGeom prst="roundRect">
              <a:avLst>
                <a:gd name="adj" fmla="val 50000"/>
              </a:avLst>
            </a:prstGeom>
            <a:solidFill>
              <a:schemeClr val="accent4"/>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2" name="Rounded Rectangle">
              <a:extLst>
                <a:ext uri="{FF2B5EF4-FFF2-40B4-BE49-F238E27FC236}">
                  <a16:creationId xmlns:a16="http://schemas.microsoft.com/office/drawing/2014/main" id="{6292733B-BF51-2B3F-1C29-411FB5205880}"/>
                </a:ext>
              </a:extLst>
            </p:cNvPr>
            <p:cNvSpPr/>
            <p:nvPr userDrawn="1"/>
          </p:nvSpPr>
          <p:spPr>
            <a:xfrm>
              <a:off x="8013746" y="864126"/>
              <a:ext cx="3004308" cy="6003301"/>
            </a:xfrm>
            <a:prstGeom prst="roundRect">
              <a:avLst>
                <a:gd name="adj" fmla="val 50000"/>
              </a:avLst>
            </a:prstGeom>
            <a:solidFill>
              <a:schemeClr val="accent4"/>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grpSp>
      <p:sp>
        <p:nvSpPr>
          <p:cNvPr id="4" name="Subtitle 2">
            <a:extLst>
              <a:ext uri="{FF2B5EF4-FFF2-40B4-BE49-F238E27FC236}">
                <a16:creationId xmlns:a16="http://schemas.microsoft.com/office/drawing/2014/main" id="{B4AF9C57-191E-757D-D0B5-D67C3F39653C}"/>
              </a:ext>
            </a:extLst>
          </p:cNvPr>
          <p:cNvSpPr>
            <a:spLocks noGrp="1"/>
          </p:cNvSpPr>
          <p:nvPr>
            <p:ph type="subTitle" idx="1" hasCustomPrompt="1"/>
          </p:nvPr>
        </p:nvSpPr>
        <p:spPr>
          <a:xfrm>
            <a:off x="502039" y="548279"/>
            <a:ext cx="4955540" cy="355847"/>
          </a:xfrm>
        </p:spPr>
        <p:txBody>
          <a:bodyPr>
            <a:normAutofit/>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#05</a:t>
            </a:r>
            <a:endParaRPr lang="en-US"/>
          </a:p>
        </p:txBody>
      </p:sp>
      <p:sp>
        <p:nvSpPr>
          <p:cNvPr id="10" name="Title 1">
            <a:extLst>
              <a:ext uri="{FF2B5EF4-FFF2-40B4-BE49-F238E27FC236}">
                <a16:creationId xmlns:a16="http://schemas.microsoft.com/office/drawing/2014/main" id="{57A14B12-8567-A65A-D10B-800BD7EA2173}"/>
              </a:ext>
            </a:extLst>
          </p:cNvPr>
          <p:cNvSpPr>
            <a:spLocks noGrp="1"/>
          </p:cNvSpPr>
          <p:nvPr>
            <p:ph type="ctrTitle" hasCustomPrompt="1"/>
          </p:nvPr>
        </p:nvSpPr>
        <p:spPr>
          <a:xfrm>
            <a:off x="502039" y="904126"/>
            <a:ext cx="4955540" cy="1832941"/>
          </a:xfrm>
        </p:spPr>
        <p:txBody>
          <a:bodyPr anchor="b">
            <a:normAutofit/>
          </a:bodyPr>
          <a:lstStyle>
            <a:lvl1pPr algn="l">
              <a:defRPr sz="4400">
                <a:solidFill>
                  <a:schemeClr val="bg1"/>
                </a:solidFill>
                <a:latin typeface="Georgia" panose="02040502050405020303" pitchFamily="18" charset="0"/>
              </a:defRPr>
            </a:lvl1pPr>
          </a:lstStyle>
          <a:p>
            <a:r>
              <a:rPr lang="en-GB"/>
              <a:t>Simple Section Red</a:t>
            </a:r>
            <a:endParaRPr lang="en-US"/>
          </a:p>
        </p:txBody>
      </p:sp>
      <p:pic>
        <p:nvPicPr>
          <p:cNvPr id="15" name="Picture 14" descr="A white logo with black background&#10;&#10;Description automatically generated">
            <a:extLst>
              <a:ext uri="{FF2B5EF4-FFF2-40B4-BE49-F238E27FC236}">
                <a16:creationId xmlns:a16="http://schemas.microsoft.com/office/drawing/2014/main" id="{C809B034-3491-4B79-D173-B2E717C0B43C}"/>
              </a:ext>
            </a:extLst>
          </p:cNvPr>
          <p:cNvPicPr>
            <a:picLocks noChangeAspect="1"/>
          </p:cNvPicPr>
          <p:nvPr userDrawn="1"/>
        </p:nvPicPr>
        <p:blipFill>
          <a:blip r:embed="rId2"/>
          <a:stretch>
            <a:fillRect/>
          </a:stretch>
        </p:blipFill>
        <p:spPr>
          <a:xfrm>
            <a:off x="11149723" y="262146"/>
            <a:ext cx="578427" cy="500016"/>
          </a:xfrm>
          <a:prstGeom prst="rect">
            <a:avLst/>
          </a:prstGeom>
        </p:spPr>
      </p:pic>
      <p:sp>
        <p:nvSpPr>
          <p:cNvPr id="6" name="TextBox 5">
            <a:extLst>
              <a:ext uri="{FF2B5EF4-FFF2-40B4-BE49-F238E27FC236}">
                <a16:creationId xmlns:a16="http://schemas.microsoft.com/office/drawing/2014/main" id="{B3B49795-4AC3-76AB-5F71-15BABDAF65AB}"/>
              </a:ext>
            </a:extLst>
          </p:cNvPr>
          <p:cNvSpPr txBox="1"/>
          <p:nvPr userDrawn="1"/>
        </p:nvSpPr>
        <p:spPr>
          <a:xfrm>
            <a:off x="475147" y="6554399"/>
            <a:ext cx="1500732" cy="230832"/>
          </a:xfrm>
          <a:prstGeom prst="rect">
            <a:avLst/>
          </a:prstGeom>
          <a:noFill/>
        </p:spPr>
        <p:txBody>
          <a:bodyPr wrap="none" rtlCol="0">
            <a:spAutoFit/>
          </a:bodyPr>
          <a:lstStyle/>
          <a:p>
            <a:r>
              <a:rPr lang="en-US" sz="900">
                <a:solidFill>
                  <a:schemeClr val="bg1"/>
                </a:solidFill>
                <a:latin typeface="+mj-lt"/>
              </a:rPr>
              <a:t>Confidential and </a:t>
            </a:r>
            <a:r>
              <a:rPr lang="en-AU" sz="900" b="0" i="0" u="none" strike="noStrike" kern="1200">
                <a:solidFill>
                  <a:schemeClr val="bg1"/>
                </a:solidFill>
                <a:effectLst/>
                <a:latin typeface="+mj-lt"/>
                <a:ea typeface="+mn-ea"/>
                <a:cs typeface="+mn-cs"/>
              </a:rPr>
              <a:t>Proprietary</a:t>
            </a:r>
            <a:endParaRPr lang="en-US" sz="900">
              <a:solidFill>
                <a:schemeClr val="bg1"/>
              </a:solidFill>
              <a:latin typeface="+mj-lt"/>
            </a:endParaRPr>
          </a:p>
        </p:txBody>
      </p:sp>
      <p:sp>
        <p:nvSpPr>
          <p:cNvPr id="8" name="TextBox 7">
            <a:extLst>
              <a:ext uri="{FF2B5EF4-FFF2-40B4-BE49-F238E27FC236}">
                <a16:creationId xmlns:a16="http://schemas.microsoft.com/office/drawing/2014/main" id="{AF3B0669-4F5C-C51C-88FF-62CEB5EDA388}"/>
              </a:ext>
            </a:extLst>
          </p:cNvPr>
          <p:cNvSpPr txBox="1"/>
          <p:nvPr userDrawn="1"/>
        </p:nvSpPr>
        <p:spPr>
          <a:xfrm>
            <a:off x="11516839" y="6562093"/>
            <a:ext cx="422622" cy="230832"/>
          </a:xfrm>
          <a:prstGeom prst="rect">
            <a:avLst/>
          </a:prstGeom>
          <a:noFill/>
        </p:spPr>
        <p:txBody>
          <a:bodyPr wrap="square" rtlCol="0">
            <a:spAutoFit/>
          </a:bodyPr>
          <a:lstStyle/>
          <a:p>
            <a:pPr algn="r"/>
            <a:fld id="{ACFDA4C1-27A0-F748-8617-7025F24BD85F}" type="slidenum">
              <a:rPr lang="en-US" sz="900" smtClean="0">
                <a:solidFill>
                  <a:schemeClr val="bg1"/>
                </a:solidFill>
              </a:rPr>
              <a:pPr algn="r"/>
              <a:t>‹#›</a:t>
            </a:fld>
            <a:endParaRPr lang="en-US" sz="900">
              <a:solidFill>
                <a:schemeClr val="bg1"/>
              </a:solidFill>
            </a:endParaRPr>
          </a:p>
        </p:txBody>
      </p:sp>
    </p:spTree>
    <p:extLst>
      <p:ext uri="{BB962C8B-B14F-4D97-AF65-F5344CB8AC3E}">
        <p14:creationId xmlns:p14="http://schemas.microsoft.com/office/powerpoint/2010/main" val="3819029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Section Divider Purple">
    <p:bg>
      <p:bgPr>
        <a:solidFill>
          <a:srgbClr val="35553D"/>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010F0FD2-E62C-066D-E93C-EA6CFF1BDA5C}"/>
              </a:ext>
            </a:extLst>
          </p:cNvPr>
          <p:cNvGrpSpPr/>
          <p:nvPr userDrawn="1"/>
        </p:nvGrpSpPr>
        <p:grpSpPr>
          <a:xfrm>
            <a:off x="2422796" y="1160331"/>
            <a:ext cx="8262586" cy="5762599"/>
            <a:chOff x="2077671" y="919629"/>
            <a:chExt cx="8607711" cy="6003301"/>
          </a:xfrm>
        </p:grpSpPr>
        <p:sp>
          <p:nvSpPr>
            <p:cNvPr id="7" name="Rounded Rectangle">
              <a:extLst>
                <a:ext uri="{FF2B5EF4-FFF2-40B4-BE49-F238E27FC236}">
                  <a16:creationId xmlns:a16="http://schemas.microsoft.com/office/drawing/2014/main" id="{F2C33E1F-C07D-E887-FA39-39774611E890}"/>
                </a:ext>
              </a:extLst>
            </p:cNvPr>
            <p:cNvSpPr/>
            <p:nvPr userDrawn="1"/>
          </p:nvSpPr>
          <p:spPr>
            <a:xfrm rot="-900000">
              <a:off x="7681074" y="919629"/>
              <a:ext cx="3004308" cy="6003301"/>
            </a:xfrm>
            <a:prstGeom prst="roundRect">
              <a:avLst>
                <a:gd name="adj" fmla="val 50000"/>
              </a:avLst>
            </a:prstGeom>
            <a:solidFill>
              <a:srgbClr val="96DD4F"/>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2" name="Rounded Rectangle">
              <a:extLst>
                <a:ext uri="{FF2B5EF4-FFF2-40B4-BE49-F238E27FC236}">
                  <a16:creationId xmlns:a16="http://schemas.microsoft.com/office/drawing/2014/main" id="{6292733B-BF51-2B3F-1C29-411FB5205880}"/>
                </a:ext>
              </a:extLst>
            </p:cNvPr>
            <p:cNvSpPr/>
            <p:nvPr userDrawn="1"/>
          </p:nvSpPr>
          <p:spPr>
            <a:xfrm rot="5400000">
              <a:off x="3577168" y="2363623"/>
              <a:ext cx="3004308" cy="6003301"/>
            </a:xfrm>
            <a:prstGeom prst="roundRect">
              <a:avLst>
                <a:gd name="adj" fmla="val 50000"/>
              </a:avLst>
            </a:prstGeom>
            <a:solidFill>
              <a:srgbClr val="96DD4F"/>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grpSp>
      <p:sp>
        <p:nvSpPr>
          <p:cNvPr id="11" name="Subtitle 2">
            <a:extLst>
              <a:ext uri="{FF2B5EF4-FFF2-40B4-BE49-F238E27FC236}">
                <a16:creationId xmlns:a16="http://schemas.microsoft.com/office/drawing/2014/main" id="{E55A7FA4-A2A0-2607-107C-6EEE51515B40}"/>
              </a:ext>
            </a:extLst>
          </p:cNvPr>
          <p:cNvSpPr>
            <a:spLocks noGrp="1"/>
          </p:cNvSpPr>
          <p:nvPr>
            <p:ph type="subTitle" idx="1" hasCustomPrompt="1"/>
          </p:nvPr>
        </p:nvSpPr>
        <p:spPr>
          <a:xfrm>
            <a:off x="502039" y="548279"/>
            <a:ext cx="4955540" cy="355847"/>
          </a:xfrm>
        </p:spPr>
        <p:txBody>
          <a:bodyPr>
            <a:normAutofit/>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#05</a:t>
            </a:r>
            <a:endParaRPr lang="en-US"/>
          </a:p>
        </p:txBody>
      </p:sp>
      <p:sp>
        <p:nvSpPr>
          <p:cNvPr id="12" name="Title 1">
            <a:extLst>
              <a:ext uri="{FF2B5EF4-FFF2-40B4-BE49-F238E27FC236}">
                <a16:creationId xmlns:a16="http://schemas.microsoft.com/office/drawing/2014/main" id="{9AE3DD9D-45A5-EA3D-C4A7-69C8785ED6BF}"/>
              </a:ext>
            </a:extLst>
          </p:cNvPr>
          <p:cNvSpPr>
            <a:spLocks noGrp="1"/>
          </p:cNvSpPr>
          <p:nvPr>
            <p:ph type="ctrTitle" hasCustomPrompt="1"/>
          </p:nvPr>
        </p:nvSpPr>
        <p:spPr>
          <a:xfrm>
            <a:off x="502039" y="904126"/>
            <a:ext cx="4955540" cy="1832941"/>
          </a:xfrm>
        </p:spPr>
        <p:txBody>
          <a:bodyPr anchor="b">
            <a:normAutofit/>
          </a:bodyPr>
          <a:lstStyle>
            <a:lvl1pPr algn="l">
              <a:defRPr sz="4400">
                <a:solidFill>
                  <a:schemeClr val="bg1"/>
                </a:solidFill>
                <a:latin typeface="Georgia" panose="02040502050405020303" pitchFamily="18" charset="0"/>
              </a:defRPr>
            </a:lvl1pPr>
          </a:lstStyle>
          <a:p>
            <a:r>
              <a:rPr lang="en-GB"/>
              <a:t>Simple Section Green</a:t>
            </a:r>
            <a:endParaRPr lang="en-US"/>
          </a:p>
        </p:txBody>
      </p:sp>
      <p:pic>
        <p:nvPicPr>
          <p:cNvPr id="17" name="Picture 16" descr="A white logo with black background&#10;&#10;Description automatically generated">
            <a:extLst>
              <a:ext uri="{FF2B5EF4-FFF2-40B4-BE49-F238E27FC236}">
                <a16:creationId xmlns:a16="http://schemas.microsoft.com/office/drawing/2014/main" id="{206B7E5D-FF40-1698-57A8-FCD79940978A}"/>
              </a:ext>
            </a:extLst>
          </p:cNvPr>
          <p:cNvPicPr>
            <a:picLocks noChangeAspect="1"/>
          </p:cNvPicPr>
          <p:nvPr userDrawn="1"/>
        </p:nvPicPr>
        <p:blipFill>
          <a:blip r:embed="rId2"/>
          <a:stretch>
            <a:fillRect/>
          </a:stretch>
        </p:blipFill>
        <p:spPr>
          <a:xfrm>
            <a:off x="11149723" y="262146"/>
            <a:ext cx="578427" cy="500016"/>
          </a:xfrm>
          <a:prstGeom prst="rect">
            <a:avLst/>
          </a:prstGeom>
        </p:spPr>
      </p:pic>
      <p:sp>
        <p:nvSpPr>
          <p:cNvPr id="5" name="TextBox 4">
            <a:extLst>
              <a:ext uri="{FF2B5EF4-FFF2-40B4-BE49-F238E27FC236}">
                <a16:creationId xmlns:a16="http://schemas.microsoft.com/office/drawing/2014/main" id="{37B598C7-F093-2A84-7E0A-6D2FB85BB577}"/>
              </a:ext>
            </a:extLst>
          </p:cNvPr>
          <p:cNvSpPr txBox="1"/>
          <p:nvPr userDrawn="1"/>
        </p:nvSpPr>
        <p:spPr>
          <a:xfrm>
            <a:off x="475147" y="6554399"/>
            <a:ext cx="1500732" cy="230832"/>
          </a:xfrm>
          <a:prstGeom prst="rect">
            <a:avLst/>
          </a:prstGeom>
          <a:noFill/>
        </p:spPr>
        <p:txBody>
          <a:bodyPr wrap="none" rtlCol="0">
            <a:spAutoFit/>
          </a:bodyPr>
          <a:lstStyle/>
          <a:p>
            <a:r>
              <a:rPr lang="en-US" sz="900">
                <a:solidFill>
                  <a:schemeClr val="bg1"/>
                </a:solidFill>
                <a:latin typeface="+mj-lt"/>
              </a:rPr>
              <a:t>Confidential and </a:t>
            </a:r>
            <a:r>
              <a:rPr lang="en-AU" sz="900" b="0" i="0" u="none" strike="noStrike" kern="1200">
                <a:solidFill>
                  <a:schemeClr val="bg1"/>
                </a:solidFill>
                <a:effectLst/>
                <a:latin typeface="+mj-lt"/>
                <a:ea typeface="+mn-ea"/>
                <a:cs typeface="+mn-cs"/>
              </a:rPr>
              <a:t>Proprietary</a:t>
            </a:r>
            <a:endParaRPr lang="en-US" sz="900">
              <a:solidFill>
                <a:schemeClr val="bg1"/>
              </a:solidFill>
              <a:latin typeface="+mj-lt"/>
            </a:endParaRPr>
          </a:p>
        </p:txBody>
      </p:sp>
      <p:sp>
        <p:nvSpPr>
          <p:cNvPr id="6" name="TextBox 5">
            <a:extLst>
              <a:ext uri="{FF2B5EF4-FFF2-40B4-BE49-F238E27FC236}">
                <a16:creationId xmlns:a16="http://schemas.microsoft.com/office/drawing/2014/main" id="{9079522A-6062-BEC4-A8E2-83F03100F74F}"/>
              </a:ext>
            </a:extLst>
          </p:cNvPr>
          <p:cNvSpPr txBox="1"/>
          <p:nvPr userDrawn="1"/>
        </p:nvSpPr>
        <p:spPr>
          <a:xfrm>
            <a:off x="11516839" y="6562093"/>
            <a:ext cx="422622" cy="230832"/>
          </a:xfrm>
          <a:prstGeom prst="rect">
            <a:avLst/>
          </a:prstGeom>
          <a:noFill/>
        </p:spPr>
        <p:txBody>
          <a:bodyPr wrap="square" rtlCol="0">
            <a:spAutoFit/>
          </a:bodyPr>
          <a:lstStyle/>
          <a:p>
            <a:pPr algn="r"/>
            <a:fld id="{ACFDA4C1-27A0-F748-8617-7025F24BD85F}" type="slidenum">
              <a:rPr lang="en-US" sz="900" smtClean="0">
                <a:solidFill>
                  <a:schemeClr val="bg1"/>
                </a:solidFill>
              </a:rPr>
              <a:pPr algn="r"/>
              <a:t>‹#›</a:t>
            </a:fld>
            <a:endParaRPr lang="en-US" sz="900">
              <a:solidFill>
                <a:schemeClr val="bg1"/>
              </a:solidFill>
            </a:endParaRPr>
          </a:p>
        </p:txBody>
      </p:sp>
    </p:spTree>
    <p:extLst>
      <p:ext uri="{BB962C8B-B14F-4D97-AF65-F5344CB8AC3E}">
        <p14:creationId xmlns:p14="http://schemas.microsoft.com/office/powerpoint/2010/main" val="8840730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on Colour">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2" name="Rounded Rectangle">
            <a:extLst>
              <a:ext uri="{FF2B5EF4-FFF2-40B4-BE49-F238E27FC236}">
                <a16:creationId xmlns:a16="http://schemas.microsoft.com/office/drawing/2014/main" id="{3AA9B302-A80A-9A4A-3631-6C155FE09F67}"/>
              </a:ext>
            </a:extLst>
          </p:cNvPr>
          <p:cNvSpPr/>
          <p:nvPr userDrawn="1"/>
        </p:nvSpPr>
        <p:spPr>
          <a:xfrm rot="16200000">
            <a:off x="3490104" y="-1778181"/>
            <a:ext cx="5211791" cy="10414361"/>
          </a:xfrm>
          <a:prstGeom prst="roundRect">
            <a:avLst>
              <a:gd name="adj" fmla="val 50000"/>
            </a:avLst>
          </a:prstGeom>
          <a:solidFill>
            <a:schemeClr val="tx2">
              <a:lumMod val="75000"/>
              <a:alpha val="40294"/>
            </a:scheme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8" name="Subtitle 2">
            <a:extLst>
              <a:ext uri="{FF2B5EF4-FFF2-40B4-BE49-F238E27FC236}">
                <a16:creationId xmlns:a16="http://schemas.microsoft.com/office/drawing/2014/main" id="{2DDFC8BD-6813-B369-1FFA-15E1E5479E56}"/>
              </a:ext>
            </a:extLst>
          </p:cNvPr>
          <p:cNvSpPr>
            <a:spLocks noGrp="1"/>
          </p:cNvSpPr>
          <p:nvPr>
            <p:ph type="subTitle" idx="1" hasCustomPrompt="1"/>
          </p:nvPr>
        </p:nvSpPr>
        <p:spPr>
          <a:xfrm>
            <a:off x="3618229" y="5233401"/>
            <a:ext cx="4955540" cy="355847"/>
          </a:xfrm>
        </p:spPr>
        <p:txBody>
          <a:bodyPr>
            <a:normAutofit/>
          </a:bodyPr>
          <a:lstStyle>
            <a:lvl1pPr marL="0" indent="0" algn="ctr">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Attribution</a:t>
            </a:r>
            <a:endParaRPr lang="en-US"/>
          </a:p>
        </p:txBody>
      </p:sp>
      <p:sp>
        <p:nvSpPr>
          <p:cNvPr id="9" name="Title 1">
            <a:extLst>
              <a:ext uri="{FF2B5EF4-FFF2-40B4-BE49-F238E27FC236}">
                <a16:creationId xmlns:a16="http://schemas.microsoft.com/office/drawing/2014/main" id="{764932F4-1CD2-99DC-6DDB-E2953F2F32C4}"/>
              </a:ext>
            </a:extLst>
          </p:cNvPr>
          <p:cNvSpPr>
            <a:spLocks noGrp="1"/>
          </p:cNvSpPr>
          <p:nvPr>
            <p:ph type="ctrTitle" hasCustomPrompt="1"/>
          </p:nvPr>
        </p:nvSpPr>
        <p:spPr>
          <a:xfrm>
            <a:off x="2296997" y="2084968"/>
            <a:ext cx="7598004" cy="2826978"/>
          </a:xfrm>
        </p:spPr>
        <p:txBody>
          <a:bodyPr anchor="ctr">
            <a:normAutofit/>
          </a:bodyPr>
          <a:lstStyle>
            <a:lvl1pPr algn="ctr">
              <a:defRPr sz="4400">
                <a:solidFill>
                  <a:schemeClr val="bg1"/>
                </a:solidFill>
                <a:latin typeface="Georgia" panose="02040502050405020303" pitchFamily="18" charset="0"/>
              </a:defRPr>
            </a:lvl1pPr>
          </a:lstStyle>
          <a:p>
            <a:r>
              <a:rPr lang="en-GB"/>
              <a:t>“Cool quote or testimonial”</a:t>
            </a:r>
            <a:endParaRPr lang="en-US"/>
          </a:p>
        </p:txBody>
      </p:sp>
      <p:sp>
        <p:nvSpPr>
          <p:cNvPr id="4" name="Picture Placeholder 14">
            <a:extLst>
              <a:ext uri="{FF2B5EF4-FFF2-40B4-BE49-F238E27FC236}">
                <a16:creationId xmlns:a16="http://schemas.microsoft.com/office/drawing/2014/main" id="{A077F315-4BD8-DA9C-A8C6-8CC56910C447}"/>
              </a:ext>
            </a:extLst>
          </p:cNvPr>
          <p:cNvSpPr>
            <a:spLocks noGrp="1"/>
          </p:cNvSpPr>
          <p:nvPr>
            <p:ph type="pic" sz="quarter" idx="22"/>
          </p:nvPr>
        </p:nvSpPr>
        <p:spPr>
          <a:xfrm>
            <a:off x="5444913" y="461340"/>
            <a:ext cx="1302173" cy="1302173"/>
          </a:xfrm>
          <a:custGeom>
            <a:avLst/>
            <a:gdLst>
              <a:gd name="connsiteX0" fmla="*/ 716035 w 2574925"/>
              <a:gd name="connsiteY0" fmla="*/ 0 h 2574925"/>
              <a:gd name="connsiteX1" fmla="*/ 1858890 w 2574925"/>
              <a:gd name="connsiteY1" fmla="*/ 0 h 2574925"/>
              <a:gd name="connsiteX2" fmla="*/ 2574925 w 2574925"/>
              <a:gd name="connsiteY2" fmla="*/ 716035 h 2574925"/>
              <a:gd name="connsiteX3" fmla="*/ 2574925 w 2574925"/>
              <a:gd name="connsiteY3" fmla="*/ 1858890 h 2574925"/>
              <a:gd name="connsiteX4" fmla="*/ 1858890 w 2574925"/>
              <a:gd name="connsiteY4" fmla="*/ 2574925 h 2574925"/>
              <a:gd name="connsiteX5" fmla="*/ 716035 w 2574925"/>
              <a:gd name="connsiteY5" fmla="*/ 2574925 h 2574925"/>
              <a:gd name="connsiteX6" fmla="*/ 0 w 2574925"/>
              <a:gd name="connsiteY6" fmla="*/ 1858890 h 2574925"/>
              <a:gd name="connsiteX7" fmla="*/ 0 w 2574925"/>
              <a:gd name="connsiteY7" fmla="*/ 716035 h 2574925"/>
              <a:gd name="connsiteX8" fmla="*/ 716035 w 2574925"/>
              <a:gd name="connsiteY8" fmla="*/ 0 h 257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4925" h="2574925">
                <a:moveTo>
                  <a:pt x="716035" y="0"/>
                </a:moveTo>
                <a:lnTo>
                  <a:pt x="1858890" y="0"/>
                </a:lnTo>
                <a:cubicBezTo>
                  <a:pt x="2254345" y="0"/>
                  <a:pt x="2574925" y="320580"/>
                  <a:pt x="2574925" y="716035"/>
                </a:cubicBezTo>
                <a:lnTo>
                  <a:pt x="2574925" y="1858890"/>
                </a:lnTo>
                <a:cubicBezTo>
                  <a:pt x="2574925" y="2254345"/>
                  <a:pt x="2254345" y="2574925"/>
                  <a:pt x="1858890" y="2574925"/>
                </a:cubicBezTo>
                <a:lnTo>
                  <a:pt x="716035" y="2574925"/>
                </a:lnTo>
                <a:cubicBezTo>
                  <a:pt x="320580" y="2574925"/>
                  <a:pt x="0" y="2254345"/>
                  <a:pt x="0" y="1858890"/>
                </a:cubicBezTo>
                <a:lnTo>
                  <a:pt x="0" y="716035"/>
                </a:lnTo>
                <a:cubicBezTo>
                  <a:pt x="0" y="320580"/>
                  <a:pt x="320580" y="0"/>
                  <a:pt x="716035" y="0"/>
                </a:cubicBezTo>
                <a:close/>
              </a:path>
            </a:pathLst>
          </a:custGeom>
        </p:spPr>
        <p:txBody>
          <a:bodyPr wrap="square">
            <a:noAutofit/>
          </a:bodyPr>
          <a:lstStyle>
            <a:lvl1pPr>
              <a:defRPr sz="1400"/>
            </a:lvl1pPr>
          </a:lstStyle>
          <a:p>
            <a:r>
              <a:rPr lang="en-GB"/>
              <a:t>Click icon to add picture</a:t>
            </a:r>
            <a:endParaRPr lang="en-US"/>
          </a:p>
        </p:txBody>
      </p:sp>
      <p:pic>
        <p:nvPicPr>
          <p:cNvPr id="7" name="Picture 6" descr="A white logo with black background&#10;&#10;Description automatically generated">
            <a:extLst>
              <a:ext uri="{FF2B5EF4-FFF2-40B4-BE49-F238E27FC236}">
                <a16:creationId xmlns:a16="http://schemas.microsoft.com/office/drawing/2014/main" id="{C1057F22-1652-D25B-6162-780F0ABD0719}"/>
              </a:ext>
            </a:extLst>
          </p:cNvPr>
          <p:cNvPicPr>
            <a:picLocks noChangeAspect="1"/>
          </p:cNvPicPr>
          <p:nvPr userDrawn="1"/>
        </p:nvPicPr>
        <p:blipFill>
          <a:blip r:embed="rId2"/>
          <a:stretch>
            <a:fillRect/>
          </a:stretch>
        </p:blipFill>
        <p:spPr>
          <a:xfrm>
            <a:off x="11149723" y="262146"/>
            <a:ext cx="578427" cy="500016"/>
          </a:xfrm>
          <a:prstGeom prst="rect">
            <a:avLst/>
          </a:prstGeom>
        </p:spPr>
      </p:pic>
      <p:sp>
        <p:nvSpPr>
          <p:cNvPr id="10" name="TextBox 9">
            <a:extLst>
              <a:ext uri="{FF2B5EF4-FFF2-40B4-BE49-F238E27FC236}">
                <a16:creationId xmlns:a16="http://schemas.microsoft.com/office/drawing/2014/main" id="{4A522E47-70E6-EA66-ADA4-A7655593F524}"/>
              </a:ext>
            </a:extLst>
          </p:cNvPr>
          <p:cNvSpPr txBox="1"/>
          <p:nvPr userDrawn="1"/>
        </p:nvSpPr>
        <p:spPr>
          <a:xfrm>
            <a:off x="475147" y="6554399"/>
            <a:ext cx="1500732" cy="230832"/>
          </a:xfrm>
          <a:prstGeom prst="rect">
            <a:avLst/>
          </a:prstGeom>
          <a:noFill/>
        </p:spPr>
        <p:txBody>
          <a:bodyPr wrap="none" rtlCol="0">
            <a:spAutoFit/>
          </a:bodyPr>
          <a:lstStyle/>
          <a:p>
            <a:r>
              <a:rPr lang="en-US" sz="900">
                <a:solidFill>
                  <a:schemeClr val="accent4">
                    <a:lumMod val="40000"/>
                    <a:lumOff val="60000"/>
                  </a:schemeClr>
                </a:solidFill>
                <a:latin typeface="+mj-lt"/>
              </a:rPr>
              <a:t>Confidential and </a:t>
            </a:r>
            <a:r>
              <a:rPr lang="en-AU" sz="900" b="0" i="0" u="none" strike="noStrike" kern="1200">
                <a:solidFill>
                  <a:schemeClr val="accent4">
                    <a:lumMod val="40000"/>
                    <a:lumOff val="60000"/>
                  </a:schemeClr>
                </a:solidFill>
                <a:effectLst/>
                <a:latin typeface="+mj-lt"/>
                <a:ea typeface="+mn-ea"/>
                <a:cs typeface="+mn-cs"/>
              </a:rPr>
              <a:t>Proprietary</a:t>
            </a:r>
            <a:endParaRPr lang="en-US" sz="900">
              <a:solidFill>
                <a:schemeClr val="accent4">
                  <a:lumMod val="40000"/>
                  <a:lumOff val="60000"/>
                </a:schemeClr>
              </a:solidFill>
              <a:latin typeface="+mj-lt"/>
            </a:endParaRPr>
          </a:p>
        </p:txBody>
      </p:sp>
      <p:sp>
        <p:nvSpPr>
          <p:cNvPr id="11" name="TextBox 10">
            <a:extLst>
              <a:ext uri="{FF2B5EF4-FFF2-40B4-BE49-F238E27FC236}">
                <a16:creationId xmlns:a16="http://schemas.microsoft.com/office/drawing/2014/main" id="{A9DF65DF-5D7C-491C-D389-958FA8CF34C2}"/>
              </a:ext>
            </a:extLst>
          </p:cNvPr>
          <p:cNvSpPr txBox="1"/>
          <p:nvPr userDrawn="1"/>
        </p:nvSpPr>
        <p:spPr>
          <a:xfrm>
            <a:off x="11516839" y="6562093"/>
            <a:ext cx="422622" cy="230832"/>
          </a:xfrm>
          <a:prstGeom prst="rect">
            <a:avLst/>
          </a:prstGeom>
          <a:noFill/>
        </p:spPr>
        <p:txBody>
          <a:bodyPr wrap="square" rtlCol="0">
            <a:spAutoFit/>
          </a:bodyPr>
          <a:lstStyle/>
          <a:p>
            <a:pPr algn="r"/>
            <a:fld id="{ACFDA4C1-27A0-F748-8617-7025F24BD85F}" type="slidenum">
              <a:rPr lang="en-US" sz="900" smtClean="0">
                <a:solidFill>
                  <a:schemeClr val="accent4">
                    <a:lumMod val="60000"/>
                    <a:lumOff val="40000"/>
                  </a:schemeClr>
                </a:solidFill>
              </a:rPr>
              <a:pPr algn="r"/>
              <a:t>‹#›</a:t>
            </a:fld>
            <a:endParaRPr lang="en-US" sz="900">
              <a:solidFill>
                <a:schemeClr val="accent4">
                  <a:lumMod val="60000"/>
                  <a:lumOff val="40000"/>
                </a:schemeClr>
              </a:solidFill>
            </a:endParaRPr>
          </a:p>
        </p:txBody>
      </p:sp>
    </p:spTree>
    <p:extLst>
      <p:ext uri="{BB962C8B-B14F-4D97-AF65-F5344CB8AC3E}">
        <p14:creationId xmlns:p14="http://schemas.microsoft.com/office/powerpoint/2010/main" val="32000194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on Image">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7F7AECC0-F21B-48B4-4FE5-9C09064369C1}"/>
              </a:ext>
            </a:extLst>
          </p:cNvPr>
          <p:cNvSpPr>
            <a:spLocks noGrp="1"/>
          </p:cNvSpPr>
          <p:nvPr>
            <p:ph type="pic" idx="1"/>
          </p:nvPr>
        </p:nvSpPr>
        <p:spPr>
          <a:xfrm>
            <a:off x="0" y="0"/>
            <a:ext cx="12192000" cy="6858000"/>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7" name="Rounded Rectangle">
            <a:extLst>
              <a:ext uri="{FF2B5EF4-FFF2-40B4-BE49-F238E27FC236}">
                <a16:creationId xmlns:a16="http://schemas.microsoft.com/office/drawing/2014/main" id="{DAAF48C4-ACBB-99B2-6B25-DF05FA0FF4F5}"/>
              </a:ext>
            </a:extLst>
          </p:cNvPr>
          <p:cNvSpPr/>
          <p:nvPr userDrawn="1"/>
        </p:nvSpPr>
        <p:spPr>
          <a:xfrm rot="16200000">
            <a:off x="3490104" y="-1778181"/>
            <a:ext cx="5211791" cy="10414361"/>
          </a:xfrm>
          <a:prstGeom prst="roundRect">
            <a:avLst>
              <a:gd name="adj" fmla="val 50000"/>
            </a:avLst>
          </a:prstGeom>
          <a:solidFill>
            <a:schemeClr val="tx1">
              <a:alpha val="75000"/>
            </a:scheme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8" name="Title 1">
            <a:extLst>
              <a:ext uri="{FF2B5EF4-FFF2-40B4-BE49-F238E27FC236}">
                <a16:creationId xmlns:a16="http://schemas.microsoft.com/office/drawing/2014/main" id="{3437982C-E817-E1A3-9A64-AA1D66D2CE39}"/>
              </a:ext>
            </a:extLst>
          </p:cNvPr>
          <p:cNvSpPr>
            <a:spLocks noGrp="1"/>
          </p:cNvSpPr>
          <p:nvPr>
            <p:ph type="ctrTitle" hasCustomPrompt="1"/>
          </p:nvPr>
        </p:nvSpPr>
        <p:spPr>
          <a:xfrm>
            <a:off x="2296997" y="2084968"/>
            <a:ext cx="7598004" cy="2826978"/>
          </a:xfrm>
        </p:spPr>
        <p:txBody>
          <a:bodyPr anchor="ctr">
            <a:normAutofit/>
          </a:bodyPr>
          <a:lstStyle>
            <a:lvl1pPr algn="ctr">
              <a:defRPr sz="4400">
                <a:solidFill>
                  <a:schemeClr val="bg1"/>
                </a:solidFill>
                <a:latin typeface="Georgia" panose="02040502050405020303" pitchFamily="18" charset="0"/>
              </a:defRPr>
            </a:lvl1pPr>
          </a:lstStyle>
          <a:p>
            <a:r>
              <a:rPr lang="en-GB"/>
              <a:t>“Cool quote or testimonial”</a:t>
            </a:r>
            <a:endParaRPr lang="en-US"/>
          </a:p>
        </p:txBody>
      </p:sp>
      <p:sp>
        <p:nvSpPr>
          <p:cNvPr id="2" name="TextBox 1">
            <a:extLst>
              <a:ext uri="{FF2B5EF4-FFF2-40B4-BE49-F238E27FC236}">
                <a16:creationId xmlns:a16="http://schemas.microsoft.com/office/drawing/2014/main" id="{5EA3792C-0157-C737-91B0-9BDA97142611}"/>
              </a:ext>
            </a:extLst>
          </p:cNvPr>
          <p:cNvSpPr txBox="1"/>
          <p:nvPr userDrawn="1"/>
        </p:nvSpPr>
        <p:spPr>
          <a:xfrm>
            <a:off x="475147" y="6554399"/>
            <a:ext cx="1500732" cy="230832"/>
          </a:xfrm>
          <a:prstGeom prst="rect">
            <a:avLst/>
          </a:prstGeom>
          <a:noFill/>
        </p:spPr>
        <p:txBody>
          <a:bodyPr wrap="none" rtlCol="0">
            <a:spAutoFit/>
          </a:bodyPr>
          <a:lstStyle/>
          <a:p>
            <a:r>
              <a:rPr lang="en-US" sz="900">
                <a:solidFill>
                  <a:schemeClr val="accent4">
                    <a:lumMod val="40000"/>
                    <a:lumOff val="60000"/>
                  </a:schemeClr>
                </a:solidFill>
                <a:latin typeface="+mj-lt"/>
              </a:rPr>
              <a:t>Confidential and </a:t>
            </a:r>
            <a:r>
              <a:rPr lang="en-AU" sz="900" b="0" i="0" u="none" strike="noStrike" kern="1200">
                <a:solidFill>
                  <a:schemeClr val="accent4">
                    <a:lumMod val="40000"/>
                    <a:lumOff val="60000"/>
                  </a:schemeClr>
                </a:solidFill>
                <a:effectLst/>
                <a:latin typeface="+mj-lt"/>
                <a:ea typeface="+mn-ea"/>
                <a:cs typeface="+mn-cs"/>
              </a:rPr>
              <a:t>Proprietary</a:t>
            </a:r>
            <a:endParaRPr lang="en-US" sz="900">
              <a:solidFill>
                <a:schemeClr val="accent4">
                  <a:lumMod val="40000"/>
                  <a:lumOff val="60000"/>
                </a:schemeClr>
              </a:solidFill>
              <a:latin typeface="+mj-lt"/>
            </a:endParaRPr>
          </a:p>
        </p:txBody>
      </p:sp>
      <p:sp>
        <p:nvSpPr>
          <p:cNvPr id="3" name="TextBox 2">
            <a:extLst>
              <a:ext uri="{FF2B5EF4-FFF2-40B4-BE49-F238E27FC236}">
                <a16:creationId xmlns:a16="http://schemas.microsoft.com/office/drawing/2014/main" id="{42986AE7-5CB3-D32A-D8A2-526498817DAE}"/>
              </a:ext>
            </a:extLst>
          </p:cNvPr>
          <p:cNvSpPr txBox="1"/>
          <p:nvPr userDrawn="1"/>
        </p:nvSpPr>
        <p:spPr>
          <a:xfrm>
            <a:off x="11516839" y="6562093"/>
            <a:ext cx="422622" cy="230832"/>
          </a:xfrm>
          <a:prstGeom prst="rect">
            <a:avLst/>
          </a:prstGeom>
          <a:noFill/>
        </p:spPr>
        <p:txBody>
          <a:bodyPr wrap="square" rtlCol="0">
            <a:spAutoFit/>
          </a:bodyPr>
          <a:lstStyle/>
          <a:p>
            <a:pPr algn="r"/>
            <a:fld id="{ACFDA4C1-27A0-F748-8617-7025F24BD85F}" type="slidenum">
              <a:rPr lang="en-US" sz="900" smtClean="0">
                <a:solidFill>
                  <a:schemeClr val="accent4">
                    <a:lumMod val="60000"/>
                    <a:lumOff val="40000"/>
                  </a:schemeClr>
                </a:solidFill>
              </a:rPr>
              <a:pPr algn="r"/>
              <a:t>‹#›</a:t>
            </a:fld>
            <a:endParaRPr lang="en-US" sz="900">
              <a:solidFill>
                <a:schemeClr val="accent4">
                  <a:lumMod val="60000"/>
                  <a:lumOff val="40000"/>
                </a:schemeClr>
              </a:solidFill>
            </a:endParaRPr>
          </a:p>
        </p:txBody>
      </p:sp>
    </p:spTree>
    <p:extLst>
      <p:ext uri="{BB962C8B-B14F-4D97-AF65-F5344CB8AC3E}">
        <p14:creationId xmlns:p14="http://schemas.microsoft.com/office/powerpoint/2010/main" val="10126497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Quote on Colour">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
        <p:nvSpPr>
          <p:cNvPr id="3" name="Rounded Rectangle">
            <a:extLst>
              <a:ext uri="{FF2B5EF4-FFF2-40B4-BE49-F238E27FC236}">
                <a16:creationId xmlns:a16="http://schemas.microsoft.com/office/drawing/2014/main" id="{48FE1B77-D2E0-1DF3-6FF5-535DFBE1386B}"/>
              </a:ext>
            </a:extLst>
          </p:cNvPr>
          <p:cNvSpPr/>
          <p:nvPr userDrawn="1"/>
        </p:nvSpPr>
        <p:spPr>
          <a:xfrm rot="16200000">
            <a:off x="3490104" y="-1778181"/>
            <a:ext cx="5211791" cy="10414361"/>
          </a:xfrm>
          <a:prstGeom prst="roundRect">
            <a:avLst>
              <a:gd name="adj" fmla="val 50000"/>
            </a:avLst>
          </a:prstGeom>
          <a:solidFill>
            <a:schemeClr val="tx2">
              <a:lumMod val="75000"/>
              <a:alpha val="40294"/>
            </a:schemeClr>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8" name="Subtitle 2">
            <a:extLst>
              <a:ext uri="{FF2B5EF4-FFF2-40B4-BE49-F238E27FC236}">
                <a16:creationId xmlns:a16="http://schemas.microsoft.com/office/drawing/2014/main" id="{2DDFC8BD-6813-B369-1FFA-15E1E5479E56}"/>
              </a:ext>
            </a:extLst>
          </p:cNvPr>
          <p:cNvSpPr>
            <a:spLocks noGrp="1"/>
          </p:cNvSpPr>
          <p:nvPr>
            <p:ph type="subTitle" idx="1" hasCustomPrompt="1"/>
          </p:nvPr>
        </p:nvSpPr>
        <p:spPr>
          <a:xfrm>
            <a:off x="3618229" y="5233401"/>
            <a:ext cx="4955540" cy="355847"/>
          </a:xfrm>
        </p:spPr>
        <p:txBody>
          <a:bodyPr>
            <a:normAutofit/>
          </a:bodyPr>
          <a:lstStyle>
            <a:lvl1pPr marL="0" indent="0" algn="ctr">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err="1"/>
              <a:t>www.mivada.com</a:t>
            </a:r>
            <a:endParaRPr lang="en-US"/>
          </a:p>
        </p:txBody>
      </p:sp>
      <p:sp>
        <p:nvSpPr>
          <p:cNvPr id="9" name="Title 1">
            <a:extLst>
              <a:ext uri="{FF2B5EF4-FFF2-40B4-BE49-F238E27FC236}">
                <a16:creationId xmlns:a16="http://schemas.microsoft.com/office/drawing/2014/main" id="{764932F4-1CD2-99DC-6DDB-E2953F2F32C4}"/>
              </a:ext>
            </a:extLst>
          </p:cNvPr>
          <p:cNvSpPr>
            <a:spLocks noGrp="1"/>
          </p:cNvSpPr>
          <p:nvPr>
            <p:ph type="ctrTitle" hasCustomPrompt="1"/>
          </p:nvPr>
        </p:nvSpPr>
        <p:spPr>
          <a:xfrm>
            <a:off x="2296997" y="2084968"/>
            <a:ext cx="7598004" cy="2826978"/>
          </a:xfrm>
        </p:spPr>
        <p:txBody>
          <a:bodyPr anchor="ctr">
            <a:normAutofit/>
          </a:bodyPr>
          <a:lstStyle>
            <a:lvl1pPr algn="ctr">
              <a:defRPr sz="4400">
                <a:solidFill>
                  <a:schemeClr val="bg1"/>
                </a:solidFill>
                <a:latin typeface="Georgia" panose="02040502050405020303" pitchFamily="18" charset="0"/>
              </a:defRPr>
            </a:lvl1pPr>
          </a:lstStyle>
          <a:p>
            <a:r>
              <a:rPr lang="en-GB"/>
              <a:t>Thank you.</a:t>
            </a:r>
            <a:endParaRPr lang="en-US"/>
          </a:p>
        </p:txBody>
      </p:sp>
    </p:spTree>
    <p:extLst>
      <p:ext uri="{BB962C8B-B14F-4D97-AF65-F5344CB8AC3E}">
        <p14:creationId xmlns:p14="http://schemas.microsoft.com/office/powerpoint/2010/main" val="1621032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Title Large Image">
    <p:bg>
      <p:bgPr>
        <a:gradFill>
          <a:gsLst>
            <a:gs pos="60000">
              <a:srgbClr val="EA5454"/>
            </a:gs>
            <a:gs pos="0">
              <a:srgbClr val="EA8546"/>
            </a:gs>
            <a:gs pos="100000">
              <a:srgbClr val="EA5454"/>
            </a:gs>
          </a:gsLst>
          <a:path path="circle">
            <a:fillToRect l="100000" b="10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35076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_Only">
  <p:cSld name="Title_Only">
    <p:bg>
      <p:bgPr>
        <a:solidFill>
          <a:srgbClr val="FFFFFF"/>
        </a:solidFill>
        <a:effectLst/>
      </p:bgPr>
    </p:bg>
    <p:spTree>
      <p:nvGrpSpPr>
        <p:cNvPr id="1" name="Shape 20"/>
        <p:cNvGrpSpPr/>
        <p:nvPr/>
      </p:nvGrpSpPr>
      <p:grpSpPr>
        <a:xfrm>
          <a:off x="0" y="0"/>
          <a:ext cx="0" cy="0"/>
          <a:chOff x="0" y="0"/>
          <a:chExt cx="0" cy="0"/>
        </a:xfrm>
      </p:grpSpPr>
      <p:sp>
        <p:nvSpPr>
          <p:cNvPr id="21" name="Google Shape;21;p27"/>
          <p:cNvSpPr/>
          <p:nvPr/>
        </p:nvSpPr>
        <p:spPr>
          <a:xfrm>
            <a:off x="0" y="-2"/>
            <a:ext cx="12192000" cy="1191240"/>
          </a:xfrm>
          <a:prstGeom prst="rect">
            <a:avLst/>
          </a:prstGeom>
          <a:solidFill>
            <a:srgbClr val="F2F2F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22" name="Google Shape;22;p27"/>
          <p:cNvSpPr txBox="1"/>
          <p:nvPr/>
        </p:nvSpPr>
        <p:spPr>
          <a:xfrm>
            <a:off x="5401074" y="6580906"/>
            <a:ext cx="1397867" cy="211701"/>
          </a:xfrm>
          <a:prstGeom prst="rect">
            <a:avLst/>
          </a:prstGeom>
          <a:noFill/>
          <a:ln>
            <a:noFill/>
          </a:ln>
        </p:spPr>
        <p:txBody>
          <a:bodyPr spcFirstLastPara="1" wrap="square" lIns="36000" tIns="36000" rIns="36000" bIns="36000" anchor="ctr" anchorCtr="0">
            <a:spAutoFit/>
          </a:bodyPr>
          <a:lstStyle/>
          <a:p>
            <a:pPr marL="0" marR="0" lvl="0" indent="0" algn="l" rtl="0">
              <a:lnSpc>
                <a:spcPct val="100000"/>
              </a:lnSpc>
              <a:spcBef>
                <a:spcPts val="0"/>
              </a:spcBef>
              <a:spcAft>
                <a:spcPts val="0"/>
              </a:spcAft>
              <a:buClr>
                <a:srgbClr val="F4B1AB"/>
              </a:buClr>
              <a:buSzPts val="900"/>
              <a:buFont typeface="Calibri"/>
              <a:buNone/>
            </a:pPr>
            <a:r>
              <a:rPr lang="en-US" sz="900" b="0" i="0" u="none" strike="noStrike" cap="none">
                <a:solidFill>
                  <a:srgbClr val="F4B1AB"/>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23" name="Google Shape;23;p27"/>
          <p:cNvSpPr txBox="1">
            <a:spLocks noGrp="1"/>
          </p:cNvSpPr>
          <p:nvPr>
            <p:ph type="sldNum" idx="12"/>
          </p:nvPr>
        </p:nvSpPr>
        <p:spPr>
          <a:xfrm>
            <a:off x="11733738" y="6616906"/>
            <a:ext cx="128563" cy="139701"/>
          </a:xfrm>
          <a:prstGeom prst="rect">
            <a:avLst/>
          </a:prstGeom>
          <a:noFill/>
          <a:ln>
            <a:noFill/>
          </a:ln>
        </p:spPr>
        <p:txBody>
          <a:bodyPr spcFirstLastPara="1" wrap="square" lIns="0" tIns="0" rIns="0" bIns="0" anchor="ctr"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4" name="Google Shape;24;p27" descr="Picture 8"/>
          <p:cNvPicPr preferRelativeResize="0"/>
          <p:nvPr/>
        </p:nvPicPr>
        <p:blipFill rotWithShape="1">
          <a:blip r:embed="rId2">
            <a:alphaModFix/>
          </a:blip>
          <a:srcRect/>
          <a:stretch/>
        </p:blipFill>
        <p:spPr>
          <a:xfrm>
            <a:off x="11280095" y="345610"/>
            <a:ext cx="576943" cy="500017"/>
          </a:xfrm>
          <a:prstGeom prst="rect">
            <a:avLst/>
          </a:prstGeom>
          <a:noFill/>
          <a:ln>
            <a:noFill/>
          </a:ln>
        </p:spPr>
      </p:pic>
      <p:sp>
        <p:nvSpPr>
          <p:cNvPr id="25" name="Google Shape;25;p27"/>
          <p:cNvSpPr txBox="1">
            <a:spLocks noGrp="1"/>
          </p:cNvSpPr>
          <p:nvPr>
            <p:ph type="title"/>
          </p:nvPr>
        </p:nvSpPr>
        <p:spPr>
          <a:xfrm>
            <a:off x="334960" y="234000"/>
            <a:ext cx="10440001" cy="720001"/>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rgbClr val="071620"/>
              </a:buClr>
              <a:buSzPts val="2800"/>
              <a:buFont typeface="Georgia"/>
              <a:buNone/>
              <a:defRPr sz="2800">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sp>
        <p:nvSpPr>
          <p:cNvPr id="26" name="Google Shape;26;p27"/>
          <p:cNvSpPr txBox="1">
            <a:spLocks noGrp="1"/>
          </p:cNvSpPr>
          <p:nvPr>
            <p:ph type="body" idx="1"/>
          </p:nvPr>
        </p:nvSpPr>
        <p:spPr>
          <a:xfrm>
            <a:off x="334961" y="6524625"/>
            <a:ext cx="4842933" cy="33337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F4B1AB"/>
              </a:buClr>
              <a:buSzPts val="800"/>
              <a:buFont typeface="Calibri"/>
              <a:buNone/>
              <a:defRPr sz="800">
                <a:solidFill>
                  <a:srgbClr val="F4B1AB"/>
                </a:solidFill>
              </a:defRPr>
            </a:lvl1pPr>
            <a:lvl2pPr marL="914400" lvl="1" indent="-228600" algn="l">
              <a:lnSpc>
                <a:spcPct val="90000"/>
              </a:lnSpc>
              <a:spcBef>
                <a:spcPts val="1000"/>
              </a:spcBef>
              <a:spcAft>
                <a:spcPts val="0"/>
              </a:spcAft>
              <a:buClr>
                <a:srgbClr val="F4B1AB"/>
              </a:buClr>
              <a:buSzPts val="800"/>
              <a:buFont typeface="Calibri"/>
              <a:buNone/>
              <a:defRPr sz="800">
                <a:solidFill>
                  <a:srgbClr val="F4B1AB"/>
                </a:solidFill>
              </a:defRPr>
            </a:lvl2pPr>
            <a:lvl3pPr marL="1371600" lvl="2" indent="-228600" algn="l">
              <a:lnSpc>
                <a:spcPct val="90000"/>
              </a:lnSpc>
              <a:spcBef>
                <a:spcPts val="1000"/>
              </a:spcBef>
              <a:spcAft>
                <a:spcPts val="0"/>
              </a:spcAft>
              <a:buClr>
                <a:srgbClr val="F4B1AB"/>
              </a:buClr>
              <a:buSzPts val="800"/>
              <a:buFont typeface="Calibri"/>
              <a:buNone/>
              <a:defRPr sz="800">
                <a:solidFill>
                  <a:srgbClr val="F4B1AB"/>
                </a:solidFill>
              </a:defRPr>
            </a:lvl3pPr>
            <a:lvl4pPr marL="1828800" lvl="3" indent="-228600" algn="l">
              <a:lnSpc>
                <a:spcPct val="90000"/>
              </a:lnSpc>
              <a:spcBef>
                <a:spcPts val="1000"/>
              </a:spcBef>
              <a:spcAft>
                <a:spcPts val="0"/>
              </a:spcAft>
              <a:buClr>
                <a:srgbClr val="F4B1AB"/>
              </a:buClr>
              <a:buSzPts val="800"/>
              <a:buFont typeface="Calibri"/>
              <a:buNone/>
              <a:defRPr sz="800">
                <a:solidFill>
                  <a:srgbClr val="F4B1AB"/>
                </a:solidFill>
              </a:defRPr>
            </a:lvl4pPr>
            <a:lvl5pPr marL="2286000" lvl="4" indent="-228600" algn="l">
              <a:lnSpc>
                <a:spcPct val="90000"/>
              </a:lnSpc>
              <a:spcBef>
                <a:spcPts val="1000"/>
              </a:spcBef>
              <a:spcAft>
                <a:spcPts val="0"/>
              </a:spcAft>
              <a:buClr>
                <a:srgbClr val="F4B1AB"/>
              </a:buClr>
              <a:buSzPts val="800"/>
              <a:buFont typeface="Calibri"/>
              <a:buNone/>
              <a:defRPr sz="800">
                <a:solidFill>
                  <a:srgbClr val="F4B1AB"/>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Tree>
    <p:extLst>
      <p:ext uri="{BB962C8B-B14F-4D97-AF65-F5344CB8AC3E}">
        <p14:creationId xmlns:p14="http://schemas.microsoft.com/office/powerpoint/2010/main" val="27347808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_Conten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0E21E4F-87DD-06B7-8AAC-432E05919E6A}"/>
              </a:ext>
            </a:extLst>
          </p:cNvPr>
          <p:cNvGraphicFramePr>
            <a:graphicFrameLocks noChangeAspect="1"/>
          </p:cNvGraphicFramePr>
          <p:nvPr userDrawn="1">
            <p:custDataLst>
              <p:tags r:id="rId1"/>
            </p:custDataLst>
            <p:extLst>
              <p:ext uri="{D42A27DB-BD31-4B8C-83A1-F6EECF244321}">
                <p14:modId xmlns:p14="http://schemas.microsoft.com/office/powerpoint/2010/main" val="21157163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90E21E4F-87DD-06B7-8AAC-432E05919E6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DBA838D-A12C-B13D-2FFB-01461C1BB337}"/>
              </a:ext>
            </a:extLst>
          </p:cNvPr>
          <p:cNvSpPr>
            <a:spLocks noGrp="1"/>
          </p:cNvSpPr>
          <p:nvPr>
            <p:ph type="title" hasCustomPrompt="1"/>
          </p:nvPr>
        </p:nvSpPr>
        <p:spPr>
          <a:xfrm>
            <a:off x="334960" y="234000"/>
            <a:ext cx="10440000" cy="720000"/>
          </a:xfrm>
        </p:spPr>
        <p:txBody>
          <a:bodyPr vert="horz"/>
          <a:lstStyle/>
          <a:p>
            <a:r>
              <a:rPr lang="en-GB"/>
              <a:t>Click to edit title</a:t>
            </a:r>
            <a:endParaRPr lang="en-US"/>
          </a:p>
        </p:txBody>
      </p:sp>
      <p:sp>
        <p:nvSpPr>
          <p:cNvPr id="4" name="Text Placeholder 3">
            <a:extLst>
              <a:ext uri="{FF2B5EF4-FFF2-40B4-BE49-F238E27FC236}">
                <a16:creationId xmlns:a16="http://schemas.microsoft.com/office/drawing/2014/main" id="{6AD1E7FC-9E05-67B2-2C67-FA96882D13F3}"/>
              </a:ext>
            </a:extLst>
          </p:cNvPr>
          <p:cNvSpPr>
            <a:spLocks noGrp="1"/>
          </p:cNvSpPr>
          <p:nvPr>
            <p:ph type="body" idx="10"/>
          </p:nvPr>
        </p:nvSpPr>
        <p:spPr>
          <a:xfrm>
            <a:off x="334963" y="1196975"/>
            <a:ext cx="5760000" cy="5327650"/>
          </a:xfrm>
        </p:spPr>
        <p:txBody>
          <a:body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40476124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_Sub-title_Content">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D5E9872-08FE-FF07-24BF-064621FCDD22}"/>
              </a:ext>
            </a:extLst>
          </p:cNvPr>
          <p:cNvGraphicFramePr>
            <a:graphicFrameLocks noChangeAspect="1"/>
          </p:cNvGraphicFramePr>
          <p:nvPr userDrawn="1">
            <p:custDataLst>
              <p:tags r:id="rId1"/>
            </p:custDataLst>
            <p:extLst>
              <p:ext uri="{D42A27DB-BD31-4B8C-83A1-F6EECF244321}">
                <p14:modId xmlns:p14="http://schemas.microsoft.com/office/powerpoint/2010/main" val="33892598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BD5E9872-08FE-FF07-24BF-064621FCDD2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A607D8B-98FA-4227-2685-CD5D75F06C4C}"/>
              </a:ext>
            </a:extLst>
          </p:cNvPr>
          <p:cNvSpPr>
            <a:spLocks noGrp="1"/>
          </p:cNvSpPr>
          <p:nvPr>
            <p:ph type="title" hasCustomPrompt="1"/>
          </p:nvPr>
        </p:nvSpPr>
        <p:spPr>
          <a:xfrm>
            <a:off x="334961" y="234000"/>
            <a:ext cx="10440000" cy="720000"/>
          </a:xfrm>
        </p:spPr>
        <p:txBody>
          <a:bodyPr vert="horz"/>
          <a:lstStyle/>
          <a:p>
            <a:r>
              <a:rPr lang="en-GB"/>
              <a:t>Click to edit title</a:t>
            </a:r>
            <a:endParaRPr lang="en-US"/>
          </a:p>
        </p:txBody>
      </p:sp>
      <p:sp>
        <p:nvSpPr>
          <p:cNvPr id="5" name="Text Placeholder 4">
            <a:extLst>
              <a:ext uri="{FF2B5EF4-FFF2-40B4-BE49-F238E27FC236}">
                <a16:creationId xmlns:a16="http://schemas.microsoft.com/office/drawing/2014/main" id="{4A0A4535-A80D-E715-F79B-9ED87FE68D2D}"/>
              </a:ext>
            </a:extLst>
          </p:cNvPr>
          <p:cNvSpPr>
            <a:spLocks noGrp="1"/>
          </p:cNvSpPr>
          <p:nvPr>
            <p:ph type="body" sz="quarter" idx="11" hasCustomPrompt="1"/>
          </p:nvPr>
        </p:nvSpPr>
        <p:spPr>
          <a:xfrm>
            <a:off x="334962" y="1195767"/>
            <a:ext cx="5760000" cy="396496"/>
          </a:xfrm>
        </p:spPr>
        <p:txBody>
          <a:bodyPr lIns="0" anchor="ctr"/>
          <a:lstStyle>
            <a:lvl1pPr marL="0" indent="0">
              <a:buFontTx/>
              <a:buNone/>
              <a:defRPr sz="2000" b="0">
                <a:solidFill>
                  <a:schemeClr val="tx2"/>
                </a:solidFill>
                <a:latin typeface="+mn-lt"/>
              </a:defRPr>
            </a:lvl1pPr>
            <a:lvl2pPr marL="457200" indent="0">
              <a:buNone/>
              <a:defRPr/>
            </a:lvl2pPr>
          </a:lstStyle>
          <a:p>
            <a:pPr lvl="0"/>
            <a:r>
              <a:rPr lang="en-GB"/>
              <a:t>Click to edit sub-title</a:t>
            </a:r>
          </a:p>
        </p:txBody>
      </p:sp>
      <p:sp>
        <p:nvSpPr>
          <p:cNvPr id="9" name="Text Placeholder 8">
            <a:extLst>
              <a:ext uri="{FF2B5EF4-FFF2-40B4-BE49-F238E27FC236}">
                <a16:creationId xmlns:a16="http://schemas.microsoft.com/office/drawing/2014/main" id="{B112142A-4D7D-D98C-7618-16DAFE11FBB4}"/>
              </a:ext>
            </a:extLst>
          </p:cNvPr>
          <p:cNvSpPr>
            <a:spLocks noGrp="1"/>
          </p:cNvSpPr>
          <p:nvPr>
            <p:ph type="body" sz="quarter" idx="12" hasCustomPrompt="1"/>
          </p:nvPr>
        </p:nvSpPr>
        <p:spPr>
          <a:xfrm>
            <a:off x="334962" y="6524625"/>
            <a:ext cx="4842932" cy="333375"/>
          </a:xfrm>
        </p:spPr>
        <p:txBody>
          <a:bodyPr lIns="0" tIns="36000" rIns="36000" bIns="36000"/>
          <a:lstStyle>
            <a:lvl1pPr marL="0" indent="0" algn="l" defTabSz="914400" rtl="0" eaLnBrk="1" latinLnBrk="0" hangingPunct="1">
              <a:buFontTx/>
              <a:buNone/>
              <a:defRPr lang="en-US" sz="800" kern="1200" dirty="0">
                <a:solidFill>
                  <a:schemeClr val="accent4">
                    <a:lumMod val="40000"/>
                    <a:lumOff val="60000"/>
                  </a:schemeClr>
                </a:solidFill>
                <a:latin typeface="+mj-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footer notes</a:t>
            </a:r>
            <a:endParaRPr lang="en-US"/>
          </a:p>
        </p:txBody>
      </p:sp>
      <p:sp>
        <p:nvSpPr>
          <p:cNvPr id="11" name="Text Placeholder 10">
            <a:extLst>
              <a:ext uri="{FF2B5EF4-FFF2-40B4-BE49-F238E27FC236}">
                <a16:creationId xmlns:a16="http://schemas.microsoft.com/office/drawing/2014/main" id="{B4DAE4C2-8E47-D2C0-172C-5EE393C1E8AC}"/>
              </a:ext>
            </a:extLst>
          </p:cNvPr>
          <p:cNvSpPr>
            <a:spLocks noGrp="1"/>
          </p:cNvSpPr>
          <p:nvPr>
            <p:ph type="body" sz="quarter" idx="13" hasCustomPrompt="1"/>
          </p:nvPr>
        </p:nvSpPr>
        <p:spPr>
          <a:xfrm>
            <a:off x="334962" y="1592263"/>
            <a:ext cx="5760000" cy="4932362"/>
          </a:xfrm>
        </p:spPr>
        <p:txBody>
          <a:bodyPr/>
          <a:lstStyle>
            <a:lvl1pPr marL="228600" indent="-228600">
              <a:buSzPct val="80000"/>
              <a:buFontTx/>
              <a:buBlip>
                <a:blip r:embed="rId5">
                  <a:extLst>
                    <a:ext uri="{96DAC541-7B7A-43D3-8B79-37D633B846F1}">
                      <asvg:svgBlip xmlns:asvg="http://schemas.microsoft.com/office/drawing/2016/SVG/main" r:embed="rId6"/>
                    </a:ext>
                  </a:extLst>
                </a:blip>
              </a:buBlip>
              <a:defRPr sz="1800"/>
            </a:lvl1pPr>
            <a:lvl2pPr marL="685800" indent="-228600">
              <a:buSzPct val="80000"/>
              <a:buFontTx/>
              <a:buBlip>
                <a:blip r:embed="rId5">
                  <a:extLst>
                    <a:ext uri="{96DAC541-7B7A-43D3-8B79-37D633B846F1}">
                      <asvg:svgBlip xmlns:asvg="http://schemas.microsoft.com/office/drawing/2016/SVG/main" r:embed="rId6"/>
                    </a:ext>
                  </a:extLst>
                </a:blip>
              </a:buBlip>
              <a:defRPr sz="1600"/>
            </a:lvl2pPr>
            <a:lvl3pPr marL="1143000" indent="-228600">
              <a:buSzPct val="80000"/>
              <a:buFontTx/>
              <a:buBlip>
                <a:blip r:embed="rId5">
                  <a:extLst>
                    <a:ext uri="{96DAC541-7B7A-43D3-8B79-37D633B846F1}">
                      <asvg:svgBlip xmlns:asvg="http://schemas.microsoft.com/office/drawing/2016/SVG/main" r:embed="rId6"/>
                    </a:ext>
                  </a:extLst>
                </a:blip>
              </a:buBlip>
              <a:defRPr sz="1400"/>
            </a:lvl3pPr>
            <a:lvl4pPr marL="1371600" indent="0">
              <a:buNone/>
              <a:defRPr/>
            </a:lvl4pPr>
          </a:lstStyle>
          <a:p>
            <a:pPr lvl="0"/>
            <a:r>
              <a:rPr lang="en-GB"/>
              <a:t>Click to edit text</a:t>
            </a:r>
          </a:p>
          <a:p>
            <a:pPr lvl="1"/>
            <a:r>
              <a:rPr lang="en-GB"/>
              <a:t>Second level</a:t>
            </a:r>
          </a:p>
          <a:p>
            <a:pPr lvl="2"/>
            <a:r>
              <a:rPr lang="en-GB"/>
              <a:t>Third level</a:t>
            </a:r>
          </a:p>
        </p:txBody>
      </p:sp>
    </p:spTree>
    <p:extLst>
      <p:ext uri="{BB962C8B-B14F-4D97-AF65-F5344CB8AC3E}">
        <p14:creationId xmlns:p14="http://schemas.microsoft.com/office/powerpoint/2010/main" val="36392275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E08A-4D44-3EFF-2020-3BC10072DE38}"/>
              </a:ext>
            </a:extLst>
          </p:cNvPr>
          <p:cNvSpPr>
            <a:spLocks noGrp="1"/>
          </p:cNvSpPr>
          <p:nvPr>
            <p:ph type="title"/>
          </p:nvPr>
        </p:nvSpPr>
        <p:spPr/>
        <p:txBody>
          <a:bodyPr/>
          <a:lstStyle/>
          <a:p>
            <a:r>
              <a:rPr lang="en-GB"/>
              <a:t>Click to edit Master title style</a:t>
            </a:r>
            <a:endParaRPr lang="en-US"/>
          </a:p>
        </p:txBody>
      </p:sp>
      <p:sp>
        <p:nvSpPr>
          <p:cNvPr id="3" name="Text Placeholder 8">
            <a:extLst>
              <a:ext uri="{FF2B5EF4-FFF2-40B4-BE49-F238E27FC236}">
                <a16:creationId xmlns:a16="http://schemas.microsoft.com/office/drawing/2014/main" id="{B50FD70C-0AAE-2F0A-5E6B-BCC280080784}"/>
              </a:ext>
            </a:extLst>
          </p:cNvPr>
          <p:cNvSpPr>
            <a:spLocks noGrp="1"/>
          </p:cNvSpPr>
          <p:nvPr>
            <p:ph type="body" sz="quarter" idx="12" hasCustomPrompt="1"/>
          </p:nvPr>
        </p:nvSpPr>
        <p:spPr>
          <a:xfrm>
            <a:off x="334962" y="6524625"/>
            <a:ext cx="4842932" cy="333375"/>
          </a:xfrm>
        </p:spPr>
        <p:txBody>
          <a:bodyPr lIns="0" tIns="36000" rIns="36000" bIns="36000"/>
          <a:lstStyle>
            <a:lvl1pPr marL="0" indent="0" algn="l" defTabSz="914400" rtl="0" eaLnBrk="1" latinLnBrk="0" hangingPunct="1">
              <a:buFontTx/>
              <a:buNone/>
              <a:defRPr lang="en-US" sz="800" kern="1200" dirty="0">
                <a:solidFill>
                  <a:schemeClr val="accent4">
                    <a:lumMod val="40000"/>
                    <a:lumOff val="60000"/>
                  </a:schemeClr>
                </a:solidFill>
                <a:latin typeface="+mj-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footer notes</a:t>
            </a:r>
            <a:endParaRPr lang="en-US"/>
          </a:p>
        </p:txBody>
      </p:sp>
    </p:spTree>
    <p:extLst>
      <p:ext uri="{BB962C8B-B14F-4D97-AF65-F5344CB8AC3E}">
        <p14:creationId xmlns:p14="http://schemas.microsoft.com/office/powerpoint/2010/main" val="40992013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_Small-logo">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F229A10-0C90-EE88-2581-51567972A425}"/>
              </a:ext>
            </a:extLst>
          </p:cNvPr>
          <p:cNvSpPr/>
          <p:nvPr userDrawn="1"/>
        </p:nvSpPr>
        <p:spPr>
          <a:xfrm>
            <a:off x="0" y="-2"/>
            <a:ext cx="12192000"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a:p>
        </p:txBody>
      </p:sp>
      <p:pic>
        <p:nvPicPr>
          <p:cNvPr id="7" name="Picture 6" descr="A black background with a black square&#10;&#10;Description automatically generated with medium confidence">
            <a:extLst>
              <a:ext uri="{FF2B5EF4-FFF2-40B4-BE49-F238E27FC236}">
                <a16:creationId xmlns:a16="http://schemas.microsoft.com/office/drawing/2014/main" id="{CF8D7674-5645-02DA-4F82-599754F59DA6}"/>
              </a:ext>
            </a:extLst>
          </p:cNvPr>
          <p:cNvPicPr>
            <a:picLocks noChangeAspect="1"/>
          </p:cNvPicPr>
          <p:nvPr userDrawn="1"/>
        </p:nvPicPr>
        <p:blipFill>
          <a:blip r:embed="rId2"/>
          <a:stretch>
            <a:fillRect/>
          </a:stretch>
        </p:blipFill>
        <p:spPr>
          <a:xfrm>
            <a:off x="11137038" y="6562725"/>
            <a:ext cx="720000" cy="109222"/>
          </a:xfrm>
          <a:prstGeom prst="rect">
            <a:avLst/>
          </a:prstGeom>
        </p:spPr>
      </p:pic>
    </p:spTree>
    <p:extLst>
      <p:ext uri="{BB962C8B-B14F-4D97-AF65-F5344CB8AC3E}">
        <p14:creationId xmlns:p14="http://schemas.microsoft.com/office/powerpoint/2010/main" val="2723745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slideLayout" Target="../slideLayouts/slideLayout24.xml"/><Relationship Id="rId7" Type="http://schemas.openxmlformats.org/officeDocument/2006/relationships/oleObject" Target="../embeddings/oleObject2.bin"/><Relationship Id="rId12" Type="http://schemas.openxmlformats.org/officeDocument/2006/relationships/image" Target="../media/image1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ags" Target="../tags/tag3.xml"/><Relationship Id="rId11" Type="http://schemas.openxmlformats.org/officeDocument/2006/relationships/image" Target="../media/image9.svg"/><Relationship Id="rId5" Type="http://schemas.openxmlformats.org/officeDocument/2006/relationships/theme" Target="../theme/theme2.xml"/><Relationship Id="rId10" Type="http://schemas.openxmlformats.org/officeDocument/2006/relationships/image" Target="../media/image8.png"/><Relationship Id="rId4" Type="http://schemas.openxmlformats.org/officeDocument/2006/relationships/slideLayout" Target="../slideLayouts/slideLayout25.xml"/><Relationship Id="rId9"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AD28117-E152-124A-61DF-4D8CA4A29F1E}"/>
              </a:ext>
            </a:extLst>
          </p:cNvPr>
          <p:cNvGraphicFramePr>
            <a:graphicFrameLocks noChangeAspect="1"/>
          </p:cNvGraphicFramePr>
          <p:nvPr userDrawn="1">
            <p:custDataLst>
              <p:tags r:id="rId23"/>
            </p:custDataLst>
            <p:extLst>
              <p:ext uri="{D42A27DB-BD31-4B8C-83A1-F6EECF244321}">
                <p14:modId xmlns:p14="http://schemas.microsoft.com/office/powerpoint/2010/main" val="36746545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4" imgW="7772400" imgH="10058400" progId="TCLayout.ActiveDocument.1">
                  <p:embed/>
                </p:oleObj>
              </mc:Choice>
              <mc:Fallback>
                <p:oleObj name="think-cell Slide" r:id="rId24" imgW="7772400" imgH="10058400" progId="TCLayout.ActiveDocument.1">
                  <p:embed/>
                  <p:pic>
                    <p:nvPicPr>
                      <p:cNvPr id="5" name="think-cell data - do not delete" hidden="1">
                        <a:extLst>
                          <a:ext uri="{FF2B5EF4-FFF2-40B4-BE49-F238E27FC236}">
                            <a16:creationId xmlns:a16="http://schemas.microsoft.com/office/drawing/2014/main" id="{3AD28117-E152-124A-61DF-4D8CA4A29F1E}"/>
                          </a:ext>
                        </a:extLst>
                      </p:cNvPr>
                      <p:cNvPicPr/>
                      <p:nvPr/>
                    </p:nvPicPr>
                    <p:blipFill>
                      <a:blip r:embed="rId25"/>
                      <a:stretch>
                        <a:fillRect/>
                      </a:stretch>
                    </p:blipFill>
                    <p:spPr>
                      <a:xfrm>
                        <a:off x="1588" y="1588"/>
                        <a:ext cx="1227"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2C5CF6C8-303E-EFA3-8666-0A1177555CEE}"/>
              </a:ext>
            </a:extLst>
          </p:cNvPr>
          <p:cNvSpPr>
            <a:spLocks noGrp="1"/>
          </p:cNvSpPr>
          <p:nvPr>
            <p:ph type="title"/>
          </p:nvPr>
        </p:nvSpPr>
        <p:spPr>
          <a:xfrm>
            <a:off x="465911" y="273486"/>
            <a:ext cx="10515600" cy="516788"/>
          </a:xfrm>
          <a:prstGeom prst="rect">
            <a:avLst/>
          </a:prstGeom>
        </p:spPr>
        <p:txBody>
          <a:bodyPr vert="horz" lIns="91440" tIns="45720" rIns="91440" bIns="45720" rtlCol="0" anchor="t">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903AE8D-4034-E238-6810-885DF31B76CA}"/>
              </a:ext>
            </a:extLst>
          </p:cNvPr>
          <p:cNvSpPr>
            <a:spLocks noGrp="1"/>
          </p:cNvSpPr>
          <p:nvPr>
            <p:ph type="body" idx="1"/>
          </p:nvPr>
        </p:nvSpPr>
        <p:spPr>
          <a:xfrm>
            <a:off x="494941" y="1741830"/>
            <a:ext cx="10515600" cy="477452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D8DE8113-B395-8175-425C-BAA982D5A470}"/>
              </a:ext>
            </a:extLst>
          </p:cNvPr>
          <p:cNvSpPr>
            <a:spLocks noGrp="1"/>
          </p:cNvSpPr>
          <p:nvPr>
            <p:ph type="sldNum" sz="quarter" idx="4"/>
          </p:nvPr>
        </p:nvSpPr>
        <p:spPr>
          <a:xfrm>
            <a:off x="11345448" y="6516358"/>
            <a:ext cx="490464" cy="365125"/>
          </a:xfrm>
          <a:prstGeom prst="rect">
            <a:avLst/>
          </a:prstGeom>
          <a:ln>
            <a:noFill/>
          </a:ln>
        </p:spPr>
        <p:txBody>
          <a:bodyPr vert="horz" lIns="91440" tIns="45720" rIns="91440" bIns="45720" rtlCol="0" anchor="ctr"/>
          <a:lstStyle>
            <a:lvl1pPr algn="r">
              <a:defRPr sz="900">
                <a:solidFill>
                  <a:schemeClr val="accent4">
                    <a:lumMod val="60000"/>
                    <a:lumOff val="40000"/>
                  </a:schemeClr>
                </a:solidFill>
                <a:latin typeface="Inter" panose="020B0502030000000004" pitchFamily="34" charset="0"/>
                <a:ea typeface="Inter" panose="020B0502030000000004" pitchFamily="34" charset="0"/>
              </a:defRPr>
            </a:lvl1pPr>
          </a:lstStyle>
          <a:p>
            <a:fld id="{B83B6D1E-E1E8-454B-BFDB-F4B222169CF5}" type="slidenum">
              <a:rPr lang="en-US" smtClean="0"/>
              <a:pPr/>
              <a:t>‹#›</a:t>
            </a:fld>
            <a:endParaRPr lang="en-US"/>
          </a:p>
        </p:txBody>
      </p:sp>
      <p:sp>
        <p:nvSpPr>
          <p:cNvPr id="8" name="TextBox 7">
            <a:extLst>
              <a:ext uri="{FF2B5EF4-FFF2-40B4-BE49-F238E27FC236}">
                <a16:creationId xmlns:a16="http://schemas.microsoft.com/office/drawing/2014/main" id="{275E06F3-1DF8-3E0F-C628-48AC4CCC0256}"/>
              </a:ext>
            </a:extLst>
          </p:cNvPr>
          <p:cNvSpPr txBox="1"/>
          <p:nvPr userDrawn="1"/>
        </p:nvSpPr>
        <p:spPr>
          <a:xfrm>
            <a:off x="1803748" y="-325677"/>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821940779"/>
      </p:ext>
    </p:extLst>
  </p:cSld>
  <p:clrMap bg1="lt1" tx1="dk1" bg2="lt2" tx2="dk2" accent1="accent1" accent2="accent2" accent3="accent3" accent4="accent4" accent5="accent5" accent6="accent6" hlink="hlink" folHlink="folHlink"/>
  <p:sldLayoutIdLst>
    <p:sldLayoutId id="2147483649" r:id="rId1"/>
    <p:sldLayoutId id="2147483717" r:id="rId2"/>
    <p:sldLayoutId id="2147483660" r:id="rId3"/>
    <p:sldLayoutId id="2147483661" r:id="rId4"/>
    <p:sldLayoutId id="2147483662" r:id="rId5"/>
    <p:sldLayoutId id="2147483663" r:id="rId6"/>
    <p:sldLayoutId id="2147483651" r:id="rId7"/>
    <p:sldLayoutId id="2147483709" r:id="rId8"/>
    <p:sldLayoutId id="2147483704" r:id="rId9"/>
    <p:sldLayoutId id="2147483708" r:id="rId10"/>
    <p:sldLayoutId id="2147483706" r:id="rId11"/>
    <p:sldLayoutId id="2147483707" r:id="rId12"/>
    <p:sldLayoutId id="2147483666" r:id="rId13"/>
    <p:sldLayoutId id="2147483667" r:id="rId14"/>
    <p:sldLayoutId id="2147483668" r:id="rId15"/>
    <p:sldLayoutId id="2147483669" r:id="rId16"/>
    <p:sldLayoutId id="2147483665" r:id="rId17"/>
    <p:sldLayoutId id="2147483655" r:id="rId18"/>
    <p:sldLayoutId id="2147483672" r:id="rId19"/>
    <p:sldLayoutId id="2147483677" r:id="rId20"/>
    <p:sldLayoutId id="2147483718" r:id="rId21"/>
  </p:sldLayoutIdLst>
  <p:hf sldNum="0" hdr="0" dt="0"/>
  <p:txStyles>
    <p:titleStyle>
      <a:lvl1pPr algn="l" defTabSz="914400" rtl="0" eaLnBrk="1" latinLnBrk="0" hangingPunct="1">
        <a:lnSpc>
          <a:spcPct val="90000"/>
        </a:lnSpc>
        <a:spcBef>
          <a:spcPct val="0"/>
        </a:spcBef>
        <a:buNone/>
        <a:defRPr sz="3200" b="0" i="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Inter" panose="020B0502030000000004" pitchFamily="34" charset="0"/>
          <a:ea typeface="Inter" panose="020B05020300000000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nter" panose="020B0502030000000004" pitchFamily="34" charset="0"/>
          <a:ea typeface="Inter" panose="020B05020300000000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nter" panose="020B0502030000000004" pitchFamily="34" charset="0"/>
          <a:ea typeface="Inter" panose="020B05020300000000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Inter" panose="020B0502030000000004" pitchFamily="34" charset="0"/>
          <a:ea typeface="Inter" panose="020B05020300000000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Inter" panose="020B0502030000000004" pitchFamily="34" charset="0"/>
          <a:ea typeface="Inter" panose="020B05020300000000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B5507269-285A-BAB3-4F41-F38A5C0B6EA3}"/>
              </a:ext>
            </a:extLst>
          </p:cNvPr>
          <p:cNvGraphicFramePr>
            <a:graphicFrameLocks noChangeAspect="1"/>
          </p:cNvGraphicFramePr>
          <p:nvPr userDrawn="1">
            <p:custDataLst>
              <p:tags r:id="rId6"/>
            </p:custDataLst>
            <p:extLst>
              <p:ext uri="{D42A27DB-BD31-4B8C-83A1-F6EECF244321}">
                <p14:modId xmlns:p14="http://schemas.microsoft.com/office/powerpoint/2010/main" val="23383632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10" name="think-cell data - do not delete" hidden="1">
                        <a:extLst>
                          <a:ext uri="{FF2B5EF4-FFF2-40B4-BE49-F238E27FC236}">
                            <a16:creationId xmlns:a16="http://schemas.microsoft.com/office/drawing/2014/main" id="{B5507269-285A-BAB3-4F41-F38A5C0B6EA3}"/>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63D4827-67EE-4804-3A60-754641ADE70F}"/>
              </a:ext>
            </a:extLst>
          </p:cNvPr>
          <p:cNvSpPr/>
          <p:nvPr userDrawn="1"/>
        </p:nvSpPr>
        <p:spPr>
          <a:xfrm>
            <a:off x="0" y="-1"/>
            <a:ext cx="12192000" cy="11912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a:p>
        </p:txBody>
      </p:sp>
      <p:sp>
        <p:nvSpPr>
          <p:cNvPr id="2" name="Title Placeholder 1">
            <a:extLst>
              <a:ext uri="{FF2B5EF4-FFF2-40B4-BE49-F238E27FC236}">
                <a16:creationId xmlns:a16="http://schemas.microsoft.com/office/drawing/2014/main" id="{2C5CF6C8-303E-EFA3-8666-0A1177555CEE}"/>
              </a:ext>
            </a:extLst>
          </p:cNvPr>
          <p:cNvSpPr>
            <a:spLocks noGrp="1"/>
          </p:cNvSpPr>
          <p:nvPr>
            <p:ph type="title"/>
          </p:nvPr>
        </p:nvSpPr>
        <p:spPr>
          <a:xfrm>
            <a:off x="334961" y="234000"/>
            <a:ext cx="10440000" cy="720000"/>
          </a:xfrm>
          <a:prstGeom prst="rect">
            <a:avLst/>
          </a:prstGeom>
        </p:spPr>
        <p:txBody>
          <a:bodyPr vert="horz" lIns="0" tIns="0" rIns="36000" bIns="0" rtlCol="0" anchor="ctr">
            <a:noAutofit/>
          </a:bodyPr>
          <a:lstStyle/>
          <a:p>
            <a:r>
              <a:rPr lang="en-GB"/>
              <a:t>Click to edit</a:t>
            </a:r>
            <a:endParaRPr lang="en-US"/>
          </a:p>
        </p:txBody>
      </p:sp>
      <p:sp>
        <p:nvSpPr>
          <p:cNvPr id="3" name="Text Placeholder 2">
            <a:extLst>
              <a:ext uri="{FF2B5EF4-FFF2-40B4-BE49-F238E27FC236}">
                <a16:creationId xmlns:a16="http://schemas.microsoft.com/office/drawing/2014/main" id="{6903AE8D-4034-E238-6810-885DF31B76CA}"/>
              </a:ext>
            </a:extLst>
          </p:cNvPr>
          <p:cNvSpPr>
            <a:spLocks noGrp="1"/>
          </p:cNvSpPr>
          <p:nvPr>
            <p:ph type="body" idx="1"/>
          </p:nvPr>
        </p:nvSpPr>
        <p:spPr>
          <a:xfrm>
            <a:off x="334963" y="1191237"/>
            <a:ext cx="11522074" cy="5312041"/>
          </a:xfrm>
          <a:prstGeom prst="rect">
            <a:avLst/>
          </a:prstGeom>
        </p:spPr>
        <p:txBody>
          <a:bodyPr vert="horz" lIns="72000" tIns="72000" rIns="72000" bIns="72000" rtlCol="0">
            <a:noAutofit/>
          </a:bodyPr>
          <a:lstStyle/>
          <a:p>
            <a:pPr lvl="0"/>
            <a:r>
              <a:rPr lang="en-GB"/>
              <a:t>Click to edit Master text styles</a:t>
            </a:r>
          </a:p>
          <a:p>
            <a:pPr lvl="1"/>
            <a:r>
              <a:rPr lang="en-GB"/>
              <a:t>Second level</a:t>
            </a:r>
          </a:p>
          <a:p>
            <a:pPr lvl="2"/>
            <a:r>
              <a:rPr lang="en-GB"/>
              <a:t>Third level</a:t>
            </a:r>
          </a:p>
        </p:txBody>
      </p:sp>
      <p:sp>
        <p:nvSpPr>
          <p:cNvPr id="8" name="TextBox 7">
            <a:extLst>
              <a:ext uri="{FF2B5EF4-FFF2-40B4-BE49-F238E27FC236}">
                <a16:creationId xmlns:a16="http://schemas.microsoft.com/office/drawing/2014/main" id="{275E06F3-1DF8-3E0F-C628-48AC4CCC0256}"/>
              </a:ext>
            </a:extLst>
          </p:cNvPr>
          <p:cNvSpPr txBox="1"/>
          <p:nvPr userDrawn="1"/>
        </p:nvSpPr>
        <p:spPr>
          <a:xfrm>
            <a:off x="1803748" y="-325677"/>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FABC6A8A-C63B-1CBC-F468-381B348283CA}"/>
              </a:ext>
            </a:extLst>
          </p:cNvPr>
          <p:cNvSpPr txBox="1"/>
          <p:nvPr userDrawn="1"/>
        </p:nvSpPr>
        <p:spPr>
          <a:xfrm>
            <a:off x="5345634" y="6524625"/>
            <a:ext cx="1500732" cy="324264"/>
          </a:xfrm>
          <a:prstGeom prst="rect">
            <a:avLst/>
          </a:prstGeom>
          <a:noFill/>
        </p:spPr>
        <p:txBody>
          <a:bodyPr wrap="none" tIns="36000" bIns="36000" rtlCol="0" anchor="ctr">
            <a:noAutofit/>
          </a:bodyPr>
          <a:lstStyle/>
          <a:p>
            <a:r>
              <a:rPr lang="en-US" sz="900">
                <a:solidFill>
                  <a:schemeClr val="accent4">
                    <a:lumMod val="40000"/>
                    <a:lumOff val="60000"/>
                  </a:schemeClr>
                </a:solidFill>
                <a:latin typeface="+mj-lt"/>
              </a:rPr>
              <a:t>Confidential and </a:t>
            </a:r>
            <a:r>
              <a:rPr lang="en-AU" sz="900" b="0" i="0" u="none" strike="noStrike" kern="1200">
                <a:solidFill>
                  <a:schemeClr val="accent4">
                    <a:lumMod val="40000"/>
                    <a:lumOff val="60000"/>
                  </a:schemeClr>
                </a:solidFill>
                <a:effectLst/>
                <a:latin typeface="+mj-lt"/>
                <a:ea typeface="+mn-ea"/>
                <a:cs typeface="+mn-cs"/>
              </a:rPr>
              <a:t>Proprietary</a:t>
            </a:r>
            <a:endParaRPr lang="en-US" sz="900">
              <a:solidFill>
                <a:schemeClr val="accent4">
                  <a:lumMod val="40000"/>
                  <a:lumOff val="60000"/>
                </a:schemeClr>
              </a:solidFill>
              <a:latin typeface="+mj-lt"/>
            </a:endParaRPr>
          </a:p>
        </p:txBody>
      </p:sp>
      <p:sp>
        <p:nvSpPr>
          <p:cNvPr id="7" name="TextBox 6">
            <a:extLst>
              <a:ext uri="{FF2B5EF4-FFF2-40B4-BE49-F238E27FC236}">
                <a16:creationId xmlns:a16="http://schemas.microsoft.com/office/drawing/2014/main" id="{F15C75BC-4A72-4DAB-4F30-708751E7B876}"/>
              </a:ext>
            </a:extLst>
          </p:cNvPr>
          <p:cNvSpPr txBox="1"/>
          <p:nvPr userDrawn="1"/>
        </p:nvSpPr>
        <p:spPr>
          <a:xfrm>
            <a:off x="10304585" y="6524625"/>
            <a:ext cx="1557716" cy="324264"/>
          </a:xfrm>
          <a:prstGeom prst="rect">
            <a:avLst/>
          </a:prstGeom>
          <a:noFill/>
        </p:spPr>
        <p:txBody>
          <a:bodyPr wrap="square" tIns="36000" rIns="0" bIns="36000" rtlCol="0" anchor="ctr">
            <a:noAutofit/>
          </a:bodyPr>
          <a:lstStyle/>
          <a:p>
            <a:pPr algn="r"/>
            <a:fld id="{ACFDA4C1-27A0-F748-8617-7025F24BD85F}" type="slidenum">
              <a:rPr lang="en-US" sz="900" smtClean="0">
                <a:solidFill>
                  <a:schemeClr val="accent4">
                    <a:lumMod val="60000"/>
                    <a:lumOff val="40000"/>
                  </a:schemeClr>
                </a:solidFill>
              </a:rPr>
              <a:pPr algn="r"/>
              <a:t>‹#›</a:t>
            </a:fld>
            <a:endParaRPr lang="en-US" sz="900">
              <a:solidFill>
                <a:schemeClr val="accent4">
                  <a:lumMod val="60000"/>
                  <a:lumOff val="40000"/>
                </a:schemeClr>
              </a:solidFill>
            </a:endParaRPr>
          </a:p>
        </p:txBody>
      </p:sp>
      <p:pic>
        <p:nvPicPr>
          <p:cNvPr id="9" name="Picture 8" descr="A picture containing font, graphics, graphic design, design&#10;&#10;Description automatically generated">
            <a:extLst>
              <a:ext uri="{FF2B5EF4-FFF2-40B4-BE49-F238E27FC236}">
                <a16:creationId xmlns:a16="http://schemas.microsoft.com/office/drawing/2014/main" id="{B6874DE3-2CC4-C211-0ADB-5C5036E703CF}"/>
              </a:ext>
            </a:extLst>
          </p:cNvPr>
          <p:cNvPicPr>
            <a:picLocks noChangeAspect="1"/>
          </p:cNvPicPr>
          <p:nvPr userDrawn="1"/>
        </p:nvPicPr>
        <p:blipFill>
          <a:blip r:embed="rId9"/>
          <a:stretch>
            <a:fillRect/>
          </a:stretch>
        </p:blipFill>
        <p:spPr>
          <a:xfrm>
            <a:off x="11280095" y="345610"/>
            <a:ext cx="576942" cy="500016"/>
          </a:xfrm>
          <a:prstGeom prst="rect">
            <a:avLst/>
          </a:prstGeom>
        </p:spPr>
      </p:pic>
    </p:spTree>
    <p:extLst>
      <p:ext uri="{BB962C8B-B14F-4D97-AF65-F5344CB8AC3E}">
        <p14:creationId xmlns:p14="http://schemas.microsoft.com/office/powerpoint/2010/main" val="1418036870"/>
      </p:ext>
    </p:extLst>
  </p:cSld>
  <p:clrMap bg1="lt1" tx1="dk1" bg2="lt2" tx2="dk2" accent1="accent1" accent2="accent2" accent3="accent3" accent4="accent4" accent5="accent5" accent6="accent6" hlink="hlink" folHlink="folHlink"/>
  <p:sldLayoutIdLst>
    <p:sldLayoutId id="2147483712" r:id="rId1"/>
    <p:sldLayoutId id="2147483711" r:id="rId2"/>
    <p:sldLayoutId id="2147483713" r:id="rId3"/>
    <p:sldLayoutId id="2147483710" r:id="rId4"/>
  </p:sldLayoutIdLst>
  <p:hf sldNum="0" hdr="0" dt="0"/>
  <p:txStyles>
    <p:titleStyle>
      <a:lvl1pPr algn="l" defTabSz="914400" rtl="0" eaLnBrk="1" latinLnBrk="0" hangingPunct="1">
        <a:lnSpc>
          <a:spcPct val="90000"/>
        </a:lnSpc>
        <a:spcBef>
          <a:spcPct val="0"/>
        </a:spcBef>
        <a:buNone/>
        <a:defRPr sz="2800" b="0" i="0" kern="1200">
          <a:solidFill>
            <a:schemeClr val="tx1"/>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SzPct val="80000"/>
        <a:buFontTx/>
        <a:buBlip>
          <a:blip r:embed="rId10">
            <a:extLst>
              <a:ext uri="{96DAC541-7B7A-43D3-8B79-37D633B846F1}">
                <asvg:svgBlip xmlns:asvg="http://schemas.microsoft.com/office/drawing/2016/SVG/main" r:embed="rId11"/>
              </a:ext>
            </a:extLst>
          </a:blip>
        </a:buBlip>
        <a:defRPr sz="1800" kern="1200">
          <a:solidFill>
            <a:schemeClr val="tx1"/>
          </a:solidFill>
          <a:latin typeface="+mn-lt"/>
          <a:ea typeface="Inter" panose="020B0502030000000004" pitchFamily="34" charset="0"/>
          <a:cs typeface="+mn-cs"/>
        </a:defRPr>
      </a:lvl1pPr>
      <a:lvl2pPr marL="685800" indent="-228600" algn="l" defTabSz="914400" rtl="0" eaLnBrk="1" latinLnBrk="0" hangingPunct="1">
        <a:lnSpc>
          <a:spcPct val="90000"/>
        </a:lnSpc>
        <a:spcBef>
          <a:spcPts val="500"/>
        </a:spcBef>
        <a:buSzPct val="80000"/>
        <a:buFontTx/>
        <a:buBlip>
          <a:blip r:embed="rId10">
            <a:extLst>
              <a:ext uri="{96DAC541-7B7A-43D3-8B79-37D633B846F1}">
                <asvg:svgBlip xmlns:asvg="http://schemas.microsoft.com/office/drawing/2016/SVG/main" r:embed="rId11"/>
              </a:ext>
            </a:extLst>
          </a:blip>
        </a:buBlip>
        <a:defRPr sz="1600" kern="1200">
          <a:solidFill>
            <a:schemeClr val="tx1"/>
          </a:solidFill>
          <a:latin typeface="+mn-lt"/>
          <a:ea typeface="Inter" panose="020B0502030000000004" pitchFamily="34" charset="0"/>
          <a:cs typeface="+mn-cs"/>
        </a:defRPr>
      </a:lvl2pPr>
      <a:lvl3pPr marL="1143000" indent="-228600" algn="l" defTabSz="914400" rtl="0" eaLnBrk="1" latinLnBrk="0" hangingPunct="1">
        <a:lnSpc>
          <a:spcPct val="90000"/>
        </a:lnSpc>
        <a:spcBef>
          <a:spcPts val="500"/>
        </a:spcBef>
        <a:buSzPct val="80000"/>
        <a:buFontTx/>
        <a:buBlip>
          <a:blip r:embed="rId10">
            <a:extLst>
              <a:ext uri="{96DAC541-7B7A-43D3-8B79-37D633B846F1}">
                <asvg:svgBlip xmlns:asvg="http://schemas.microsoft.com/office/drawing/2016/SVG/main" r:embed="rId11"/>
              </a:ext>
            </a:extLst>
          </a:blip>
        </a:buBlip>
        <a:defRPr sz="1400" kern="1200">
          <a:solidFill>
            <a:schemeClr val="tx1"/>
          </a:solidFill>
          <a:latin typeface="+mn-lt"/>
          <a:ea typeface="Inter" panose="020B0502030000000004" pitchFamily="34" charset="0"/>
          <a:cs typeface="+mn-cs"/>
        </a:defRPr>
      </a:lvl3pPr>
      <a:lvl4pPr marL="1600200" indent="-228600" algn="l" defTabSz="914400" rtl="0" eaLnBrk="1" latinLnBrk="0" hangingPunct="1">
        <a:lnSpc>
          <a:spcPct val="90000"/>
        </a:lnSpc>
        <a:spcBef>
          <a:spcPts val="500"/>
        </a:spcBef>
        <a:buSzPct val="60000"/>
        <a:buFontTx/>
        <a:buBlip>
          <a:blip r:embed="rId12"/>
        </a:buBlip>
        <a:defRPr sz="1600" kern="1200">
          <a:solidFill>
            <a:schemeClr val="tx1"/>
          </a:solidFill>
          <a:latin typeface="+mn-lt"/>
          <a:ea typeface="Inter" panose="020B0502030000000004" pitchFamily="34" charset="0"/>
          <a:cs typeface="+mn-cs"/>
        </a:defRPr>
      </a:lvl4pPr>
      <a:lvl5pPr marL="2057400" indent="-228600" algn="l" defTabSz="914400" rtl="0" eaLnBrk="1" latinLnBrk="0" hangingPunct="1">
        <a:lnSpc>
          <a:spcPct val="90000"/>
        </a:lnSpc>
        <a:spcBef>
          <a:spcPts val="500"/>
        </a:spcBef>
        <a:buSzPct val="60000"/>
        <a:buFontTx/>
        <a:buBlip>
          <a:blip r:embed="rId12"/>
        </a:buBlip>
        <a:defRPr sz="1400" kern="1200">
          <a:solidFill>
            <a:schemeClr val="tx1"/>
          </a:solidFill>
          <a:latin typeface="+mn-lt"/>
          <a:ea typeface="Inter" panose="020B05020300000000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F26B43"/>
          </p15:clr>
        </p15:guide>
        <p15:guide id="3" pos="211" userDrawn="1">
          <p15:clr>
            <a:srgbClr val="F26B43"/>
          </p15:clr>
        </p15:guide>
        <p15:guide id="4" pos="7469" userDrawn="1">
          <p15:clr>
            <a:srgbClr val="F26B43"/>
          </p15:clr>
        </p15:guide>
        <p15:guide id="5" orient="horz" pos="210" userDrawn="1">
          <p15:clr>
            <a:srgbClr val="F26B43"/>
          </p15:clr>
        </p15:guide>
        <p15:guide id="6" orient="horz" pos="4110" userDrawn="1">
          <p15:clr>
            <a:srgbClr val="F26B43"/>
          </p15:clr>
        </p15:guide>
        <p15:guide id="7" orient="horz" pos="1003" userDrawn="1">
          <p15:clr>
            <a:srgbClr val="F26B43"/>
          </p15:clr>
        </p15:guide>
        <p15:guide id="8" orient="horz" pos="2409" userDrawn="1">
          <p15:clr>
            <a:srgbClr val="F26B43"/>
          </p15:clr>
        </p15:guide>
        <p15:guide id="9" orient="horz" pos="75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2.jpeg"/><Relationship Id="rId26" Type="http://schemas.openxmlformats.org/officeDocument/2006/relationships/diagramColors" Target="../diagrams/colors1.xml"/><Relationship Id="rId3" Type="http://schemas.openxmlformats.org/officeDocument/2006/relationships/image" Target="../media/image17.png"/><Relationship Id="rId21" Type="http://schemas.openxmlformats.org/officeDocument/2006/relationships/image" Target="../media/image35.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5" Type="http://schemas.openxmlformats.org/officeDocument/2006/relationships/diagramQuickStyle" Target="../diagrams/quickStyle1.xml"/><Relationship Id="rId2" Type="http://schemas.openxmlformats.org/officeDocument/2006/relationships/image" Target="../media/image16.png"/><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21.xml"/><Relationship Id="rId6" Type="http://schemas.openxmlformats.org/officeDocument/2006/relationships/image" Target="../media/image20.png"/><Relationship Id="rId11" Type="http://schemas.openxmlformats.org/officeDocument/2006/relationships/image" Target="../media/image25.png"/><Relationship Id="rId24" Type="http://schemas.openxmlformats.org/officeDocument/2006/relationships/diagramLayout" Target="../diagrams/layout1.xml"/><Relationship Id="rId5" Type="http://schemas.openxmlformats.org/officeDocument/2006/relationships/image" Target="../media/image19.png"/><Relationship Id="rId15" Type="http://schemas.openxmlformats.org/officeDocument/2006/relationships/image" Target="../media/image29.png"/><Relationship Id="rId23" Type="http://schemas.openxmlformats.org/officeDocument/2006/relationships/diagramData" Target="../diagrams/data1.xml"/><Relationship Id="rId10" Type="http://schemas.openxmlformats.org/officeDocument/2006/relationships/image" Target="../media/image24.png"/><Relationship Id="rId19" Type="http://schemas.openxmlformats.org/officeDocument/2006/relationships/image" Target="../media/image33.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6.png"/><Relationship Id="rId27" Type="http://schemas.microsoft.com/office/2007/relationships/diagramDrawing" Target="../diagrams/drawin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A27B2FCF-1A1A-273F-5985-5BB8B6691DF4}"/>
              </a:ext>
            </a:extLst>
          </p:cNvPr>
          <p:cNvPicPr>
            <a:picLocks noGrp="1" noChangeAspect="1"/>
          </p:cNvPicPr>
          <p:nvPr>
            <p:ph type="pic" idx="23"/>
          </p:nvPr>
        </p:nvPicPr>
        <p:blipFill>
          <a:blip r:embed="rId2"/>
          <a:srcRect l="12715" r="12715"/>
          <a:stretch/>
        </p:blipFill>
        <p:spPr/>
      </p:pic>
      <p:sp>
        <p:nvSpPr>
          <p:cNvPr id="3" name="Title 2">
            <a:extLst>
              <a:ext uri="{FF2B5EF4-FFF2-40B4-BE49-F238E27FC236}">
                <a16:creationId xmlns:a16="http://schemas.microsoft.com/office/drawing/2014/main" id="{FA87D3B1-EF9D-7FF1-9E4A-ECFBAF7FD7B4}"/>
              </a:ext>
            </a:extLst>
          </p:cNvPr>
          <p:cNvSpPr>
            <a:spLocks noGrp="1"/>
          </p:cNvSpPr>
          <p:nvPr>
            <p:ph type="ctrTitle"/>
          </p:nvPr>
        </p:nvSpPr>
        <p:spPr/>
        <p:txBody>
          <a:bodyPr anchor="b">
            <a:normAutofit/>
          </a:bodyPr>
          <a:lstStyle/>
          <a:p>
            <a:r>
              <a:rPr lang="en-US" sz="4000"/>
              <a:t>Payroll as a Service</a:t>
            </a:r>
          </a:p>
        </p:txBody>
      </p:sp>
      <p:sp>
        <p:nvSpPr>
          <p:cNvPr id="4" name="Text Placeholder 3">
            <a:extLst>
              <a:ext uri="{FF2B5EF4-FFF2-40B4-BE49-F238E27FC236}">
                <a16:creationId xmlns:a16="http://schemas.microsoft.com/office/drawing/2014/main" id="{9FB7A6AA-F27F-CE93-8A10-1A5066C69824}"/>
              </a:ext>
            </a:extLst>
          </p:cNvPr>
          <p:cNvSpPr>
            <a:spLocks noGrp="1"/>
          </p:cNvSpPr>
          <p:nvPr>
            <p:ph type="body" sz="quarter" idx="24"/>
          </p:nvPr>
        </p:nvSpPr>
        <p:spPr/>
        <p:txBody>
          <a:bodyPr/>
          <a:lstStyle/>
          <a:p>
            <a:r>
              <a:rPr lang="en-AU"/>
              <a:t>June 2026</a:t>
            </a:r>
          </a:p>
        </p:txBody>
      </p:sp>
    </p:spTree>
    <p:extLst>
      <p:ext uri="{BB962C8B-B14F-4D97-AF65-F5344CB8AC3E}">
        <p14:creationId xmlns:p14="http://schemas.microsoft.com/office/powerpoint/2010/main" val="362418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6687A-14FF-8838-5AEE-F6C761FEB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81488-3825-BF55-A60B-D0C41D63762B}"/>
              </a:ext>
            </a:extLst>
          </p:cNvPr>
          <p:cNvSpPr>
            <a:spLocks noGrp="1"/>
          </p:cNvSpPr>
          <p:nvPr>
            <p:ph type="title"/>
          </p:nvPr>
        </p:nvSpPr>
        <p:spPr/>
        <p:txBody>
          <a:bodyPr>
            <a:normAutofit/>
          </a:bodyPr>
          <a:lstStyle/>
          <a:p>
            <a:r>
              <a:rPr lang="en-US"/>
              <a:t>Mivada</a:t>
            </a:r>
            <a:endParaRPr lang="en-US" sz="2000" i="1">
              <a:solidFill>
                <a:schemeClr val="tx2"/>
              </a:solidFill>
            </a:endParaRPr>
          </a:p>
        </p:txBody>
      </p:sp>
      <p:pic>
        <p:nvPicPr>
          <p:cNvPr id="47" name="Picture 4" descr="CloudRock">
            <a:extLst>
              <a:ext uri="{FF2B5EF4-FFF2-40B4-BE49-F238E27FC236}">
                <a16:creationId xmlns:a16="http://schemas.microsoft.com/office/drawing/2014/main" id="{9D843706-D118-05DA-2451-2580803ECB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4001" y="356541"/>
            <a:ext cx="470094" cy="46800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Workday Extend Application Development ...">
            <a:extLst>
              <a:ext uri="{FF2B5EF4-FFF2-40B4-BE49-F238E27FC236}">
                <a16:creationId xmlns:a16="http://schemas.microsoft.com/office/drawing/2014/main" id="{2F074ED1-0981-1F35-B2AE-34EF3C11A0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0688" y="358286"/>
            <a:ext cx="470093" cy="46800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a:extLst>
              <a:ext uri="{FF2B5EF4-FFF2-40B4-BE49-F238E27FC236}">
                <a16:creationId xmlns:a16="http://schemas.microsoft.com/office/drawing/2014/main" id="{B10D3ADF-D6CE-C38A-22B3-AA5B1E1F43CC}"/>
              </a:ext>
            </a:extLst>
          </p:cNvPr>
          <p:cNvPicPr>
            <a:picLocks noChangeAspect="1"/>
          </p:cNvPicPr>
          <p:nvPr/>
        </p:nvPicPr>
        <p:blipFill>
          <a:blip r:embed="rId4"/>
          <a:stretch>
            <a:fillRect/>
          </a:stretch>
        </p:blipFill>
        <p:spPr>
          <a:xfrm>
            <a:off x="9338622" y="348473"/>
            <a:ext cx="517764" cy="468000"/>
          </a:xfrm>
          <a:prstGeom prst="rect">
            <a:avLst/>
          </a:prstGeom>
        </p:spPr>
      </p:pic>
      <p:sp>
        <p:nvSpPr>
          <p:cNvPr id="44" name="Rectangle 43">
            <a:extLst>
              <a:ext uri="{FF2B5EF4-FFF2-40B4-BE49-F238E27FC236}">
                <a16:creationId xmlns:a16="http://schemas.microsoft.com/office/drawing/2014/main" id="{52210F24-DD8C-7D84-86A6-C57A309819E8}"/>
              </a:ext>
            </a:extLst>
          </p:cNvPr>
          <p:cNvSpPr/>
          <p:nvPr/>
        </p:nvSpPr>
        <p:spPr>
          <a:xfrm>
            <a:off x="644102" y="3692549"/>
            <a:ext cx="11009182" cy="2931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0" name="Google Shape;676;p21" descr="Picture 4">
            <a:extLst>
              <a:ext uri="{FF2B5EF4-FFF2-40B4-BE49-F238E27FC236}">
                <a16:creationId xmlns:a16="http://schemas.microsoft.com/office/drawing/2014/main" id="{8AA8003E-9729-8F33-257E-AD1585C31C33}"/>
              </a:ext>
            </a:extLst>
          </p:cNvPr>
          <p:cNvPicPr preferRelativeResize="0"/>
          <p:nvPr/>
        </p:nvPicPr>
        <p:blipFill rotWithShape="1">
          <a:blip r:embed="rId5">
            <a:alphaModFix/>
          </a:blip>
          <a:srcRect/>
          <a:stretch/>
        </p:blipFill>
        <p:spPr>
          <a:xfrm>
            <a:off x="2143061" y="4606620"/>
            <a:ext cx="1161851" cy="249771"/>
          </a:xfrm>
          <a:prstGeom prst="rect">
            <a:avLst/>
          </a:prstGeom>
          <a:noFill/>
          <a:ln>
            <a:noFill/>
          </a:ln>
        </p:spPr>
      </p:pic>
      <p:pic>
        <p:nvPicPr>
          <p:cNvPr id="11" name="Google Shape;678;p21" descr="Content Placeholder 10">
            <a:extLst>
              <a:ext uri="{FF2B5EF4-FFF2-40B4-BE49-F238E27FC236}">
                <a16:creationId xmlns:a16="http://schemas.microsoft.com/office/drawing/2014/main" id="{40E50B21-3755-79C1-A000-DE380F3E011F}"/>
              </a:ext>
            </a:extLst>
          </p:cNvPr>
          <p:cNvPicPr preferRelativeResize="0"/>
          <p:nvPr/>
        </p:nvPicPr>
        <p:blipFill rotWithShape="1">
          <a:blip r:embed="rId6">
            <a:clrChange>
              <a:clrFrom>
                <a:srgbClr val="FFFFFF"/>
              </a:clrFrom>
              <a:clrTo>
                <a:srgbClr val="FFFFFF">
                  <a:alpha val="0"/>
                </a:srgbClr>
              </a:clrTo>
            </a:clrChange>
            <a:alphaModFix/>
            <a:extLst>
              <a:ext uri="{28A0092B-C50C-407E-A947-70E740481C1C}">
                <a14:useLocalDpi xmlns:a14="http://schemas.microsoft.com/office/drawing/2010/main"/>
              </a:ext>
            </a:extLst>
          </a:blip>
          <a:srcRect t="34343" b="28785"/>
          <a:stretch/>
        </p:blipFill>
        <p:spPr>
          <a:xfrm>
            <a:off x="3146392" y="5337378"/>
            <a:ext cx="953875" cy="378373"/>
          </a:xfrm>
          <a:prstGeom prst="rect">
            <a:avLst/>
          </a:prstGeom>
          <a:noFill/>
          <a:ln>
            <a:noFill/>
          </a:ln>
        </p:spPr>
      </p:pic>
      <p:pic>
        <p:nvPicPr>
          <p:cNvPr id="12" name="Google Shape;679;p21" descr="Picture 2">
            <a:extLst>
              <a:ext uri="{FF2B5EF4-FFF2-40B4-BE49-F238E27FC236}">
                <a16:creationId xmlns:a16="http://schemas.microsoft.com/office/drawing/2014/main" id="{B2821D4D-5E4B-DA99-16AF-1676D45C034C}"/>
              </a:ext>
            </a:extLst>
          </p:cNvPr>
          <p:cNvPicPr preferRelativeResize="0"/>
          <p:nvPr/>
        </p:nvPicPr>
        <p:blipFill rotWithShape="1">
          <a:blip r:embed="rId7">
            <a:alphaModFix/>
          </a:blip>
          <a:srcRect/>
          <a:stretch/>
        </p:blipFill>
        <p:spPr>
          <a:xfrm>
            <a:off x="6161338" y="5745765"/>
            <a:ext cx="638996" cy="620473"/>
          </a:xfrm>
          <a:prstGeom prst="rect">
            <a:avLst/>
          </a:prstGeom>
          <a:noFill/>
          <a:ln>
            <a:noFill/>
          </a:ln>
        </p:spPr>
      </p:pic>
      <p:pic>
        <p:nvPicPr>
          <p:cNvPr id="13" name="Google Shape;680;p21" descr="Picture 4">
            <a:extLst>
              <a:ext uri="{FF2B5EF4-FFF2-40B4-BE49-F238E27FC236}">
                <a16:creationId xmlns:a16="http://schemas.microsoft.com/office/drawing/2014/main" id="{C7CE6076-1DA8-1579-B1A2-0DB57E5E324A}"/>
              </a:ext>
            </a:extLst>
          </p:cNvPr>
          <p:cNvPicPr preferRelativeResize="0"/>
          <p:nvPr/>
        </p:nvPicPr>
        <p:blipFill rotWithShape="1">
          <a:blip r:embed="rId8">
            <a:alphaModFix/>
          </a:blip>
          <a:srcRect/>
          <a:stretch/>
        </p:blipFill>
        <p:spPr>
          <a:xfrm>
            <a:off x="5586089" y="4375616"/>
            <a:ext cx="662910" cy="665715"/>
          </a:xfrm>
          <a:prstGeom prst="rect">
            <a:avLst/>
          </a:prstGeom>
          <a:noFill/>
          <a:ln>
            <a:noFill/>
          </a:ln>
        </p:spPr>
      </p:pic>
      <p:pic>
        <p:nvPicPr>
          <p:cNvPr id="14" name="Google Shape;681;p21" descr="Picture 6">
            <a:extLst>
              <a:ext uri="{FF2B5EF4-FFF2-40B4-BE49-F238E27FC236}">
                <a16:creationId xmlns:a16="http://schemas.microsoft.com/office/drawing/2014/main" id="{B4B8C3FD-29D7-8690-89AE-DCEEBF7245E4}"/>
              </a:ext>
            </a:extLst>
          </p:cNvPr>
          <p:cNvPicPr preferRelativeResize="0"/>
          <p:nvPr/>
        </p:nvPicPr>
        <p:blipFill rotWithShape="1">
          <a:blip r:embed="rId9">
            <a:alphaModFix/>
          </a:blip>
          <a:srcRect/>
          <a:stretch/>
        </p:blipFill>
        <p:spPr>
          <a:xfrm>
            <a:off x="8011054" y="5250144"/>
            <a:ext cx="1098873" cy="394977"/>
          </a:xfrm>
          <a:prstGeom prst="rect">
            <a:avLst/>
          </a:prstGeom>
          <a:noFill/>
          <a:ln>
            <a:noFill/>
          </a:ln>
        </p:spPr>
      </p:pic>
      <p:pic>
        <p:nvPicPr>
          <p:cNvPr id="15" name="Google Shape;682;p21" descr="Picture 8">
            <a:extLst>
              <a:ext uri="{FF2B5EF4-FFF2-40B4-BE49-F238E27FC236}">
                <a16:creationId xmlns:a16="http://schemas.microsoft.com/office/drawing/2014/main" id="{32107C05-6997-214D-9DCC-9F0205503BD5}"/>
              </a:ext>
            </a:extLst>
          </p:cNvPr>
          <p:cNvPicPr preferRelativeResize="0"/>
          <p:nvPr/>
        </p:nvPicPr>
        <p:blipFill rotWithShape="1">
          <a:blip r:embed="rId10">
            <a:clrChange>
              <a:clrFrom>
                <a:srgbClr val="FFFFFF"/>
              </a:clrFrom>
              <a:clrTo>
                <a:srgbClr val="FFFFFF">
                  <a:alpha val="0"/>
                </a:srgbClr>
              </a:clrTo>
            </a:clrChange>
            <a:alphaModFix/>
          </a:blip>
          <a:srcRect t="11277" b="13062"/>
          <a:stretch>
            <a:fillRect/>
          </a:stretch>
        </p:blipFill>
        <p:spPr>
          <a:xfrm>
            <a:off x="7642090" y="5952359"/>
            <a:ext cx="936945" cy="429045"/>
          </a:xfrm>
          <a:prstGeom prst="rect">
            <a:avLst/>
          </a:prstGeom>
          <a:noFill/>
          <a:ln>
            <a:noFill/>
          </a:ln>
        </p:spPr>
      </p:pic>
      <p:pic>
        <p:nvPicPr>
          <p:cNvPr id="16" name="Google Shape;684;p21" descr="Picture 2">
            <a:extLst>
              <a:ext uri="{FF2B5EF4-FFF2-40B4-BE49-F238E27FC236}">
                <a16:creationId xmlns:a16="http://schemas.microsoft.com/office/drawing/2014/main" id="{0216BFA2-6F25-BDD6-A46F-192FD08EB856}"/>
              </a:ext>
            </a:extLst>
          </p:cNvPr>
          <p:cNvPicPr preferRelativeResize="0"/>
          <p:nvPr/>
        </p:nvPicPr>
        <p:blipFill rotWithShape="1">
          <a:blip r:embed="rId11">
            <a:clrChange>
              <a:clrFrom>
                <a:srgbClr val="FFFFFF"/>
              </a:clrFrom>
              <a:clrTo>
                <a:srgbClr val="FFFFFF">
                  <a:alpha val="0"/>
                </a:srgbClr>
              </a:clrTo>
            </a:clrChange>
            <a:alphaModFix/>
          </a:blip>
          <a:srcRect/>
          <a:stretch/>
        </p:blipFill>
        <p:spPr>
          <a:xfrm>
            <a:off x="8096936" y="4289316"/>
            <a:ext cx="1207287" cy="640443"/>
          </a:xfrm>
          <a:prstGeom prst="rect">
            <a:avLst/>
          </a:prstGeom>
          <a:noFill/>
          <a:ln>
            <a:noFill/>
          </a:ln>
        </p:spPr>
      </p:pic>
      <p:pic>
        <p:nvPicPr>
          <p:cNvPr id="17" name="Google Shape;686;p21" descr="Picture 4">
            <a:extLst>
              <a:ext uri="{FF2B5EF4-FFF2-40B4-BE49-F238E27FC236}">
                <a16:creationId xmlns:a16="http://schemas.microsoft.com/office/drawing/2014/main" id="{E0B4BA18-FEF2-A330-0BBE-8F09625A82E5}"/>
              </a:ext>
            </a:extLst>
          </p:cNvPr>
          <p:cNvPicPr preferRelativeResize="0"/>
          <p:nvPr/>
        </p:nvPicPr>
        <p:blipFill rotWithShape="1">
          <a:blip r:embed="rId12">
            <a:clrChange>
              <a:clrFrom>
                <a:srgbClr val="FFFFFF"/>
              </a:clrFrom>
              <a:clrTo>
                <a:srgbClr val="FFFFFF">
                  <a:alpha val="0"/>
                </a:srgbClr>
              </a:clrTo>
            </a:clrChange>
            <a:alphaModFix/>
          </a:blip>
          <a:srcRect/>
          <a:stretch/>
        </p:blipFill>
        <p:spPr>
          <a:xfrm>
            <a:off x="6600754" y="5221098"/>
            <a:ext cx="1007082" cy="249771"/>
          </a:xfrm>
          <a:prstGeom prst="rect">
            <a:avLst/>
          </a:prstGeom>
          <a:noFill/>
          <a:ln>
            <a:noFill/>
          </a:ln>
        </p:spPr>
      </p:pic>
      <p:pic>
        <p:nvPicPr>
          <p:cNvPr id="18" name="Picture 4" descr="Rio Tinto logo">
            <a:extLst>
              <a:ext uri="{FF2B5EF4-FFF2-40B4-BE49-F238E27FC236}">
                <a16:creationId xmlns:a16="http://schemas.microsoft.com/office/drawing/2014/main" id="{17B05FF7-8F19-7929-F184-4235C17AAC8A}"/>
              </a:ext>
            </a:extLst>
          </p:cNvPr>
          <p:cNvPicPr>
            <a:picLocks noChangeAspect="1" noChangeArrowheads="1"/>
          </p:cNvPicPr>
          <p:nvPr/>
        </p:nvPicPr>
        <p:blipFill rotWithShape="1">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l="4610" t="19566" r="4242" b="27059"/>
          <a:stretch>
            <a:fillRect/>
          </a:stretch>
        </p:blipFill>
        <p:spPr bwMode="auto">
          <a:xfrm>
            <a:off x="9098715" y="5856644"/>
            <a:ext cx="1343968" cy="54555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descr="Member login">
            <a:extLst>
              <a:ext uri="{FF2B5EF4-FFF2-40B4-BE49-F238E27FC236}">
                <a16:creationId xmlns:a16="http://schemas.microsoft.com/office/drawing/2014/main" id="{C46B11EC-5D8B-88B3-0946-5267799E895A}"/>
              </a:ext>
            </a:extLst>
          </p:cNvPr>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70851" y="6011798"/>
            <a:ext cx="1210101" cy="46531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8" descr="Articles tagged with 'catering' | Dnata">
            <a:extLst>
              <a:ext uri="{FF2B5EF4-FFF2-40B4-BE49-F238E27FC236}">
                <a16:creationId xmlns:a16="http://schemas.microsoft.com/office/drawing/2014/main" id="{883D67DE-DFF8-477E-3D8A-36EAF61032F0}"/>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93282" y="5793421"/>
            <a:ext cx="1343967" cy="67199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National Australia Bank brand resources: accessing high ...">
            <a:extLst>
              <a:ext uri="{FF2B5EF4-FFF2-40B4-BE49-F238E27FC236}">
                <a16:creationId xmlns:a16="http://schemas.microsoft.com/office/drawing/2014/main" id="{2644B38F-0C38-7960-6478-3E0F71F2ED9C}"/>
              </a:ext>
            </a:extLst>
          </p:cNvPr>
          <p:cNvPicPr>
            <a:picLocks noChangeAspect="1" noChangeArrowheads="1"/>
          </p:cNvPicPr>
          <p:nvPr/>
        </p:nvPicPr>
        <p:blipFill rotWithShape="1">
          <a:blip r:embed="rId1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04956" y="5041331"/>
            <a:ext cx="1151096" cy="98509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Seven West Media | Logopedia | Fandom">
            <a:extLst>
              <a:ext uri="{FF2B5EF4-FFF2-40B4-BE49-F238E27FC236}">
                <a16:creationId xmlns:a16="http://schemas.microsoft.com/office/drawing/2014/main" id="{40BCA740-CF72-01D2-EFE7-5A855684DFE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523752" y="5188816"/>
            <a:ext cx="1554094" cy="63000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Canva's Logo gets a New Re-definition">
            <a:extLst>
              <a:ext uri="{FF2B5EF4-FFF2-40B4-BE49-F238E27FC236}">
                <a16:creationId xmlns:a16="http://schemas.microsoft.com/office/drawing/2014/main" id="{8A58E549-7082-6C3A-F7BD-E86666E7CAD1}"/>
              </a:ext>
            </a:extLst>
          </p:cNvPr>
          <p:cNvPicPr>
            <a:picLocks noChangeAspect="1" noChangeArrowheads="1"/>
          </p:cNvPicPr>
          <p:nvPr/>
        </p:nvPicPr>
        <p:blipFill rotWithShape="1">
          <a:blip r:embed="rId18">
            <a:clrChange>
              <a:clrFrom>
                <a:srgbClr val="FFFFFF"/>
              </a:clrFrom>
              <a:clrTo>
                <a:srgbClr val="FFFFFF">
                  <a:alpha val="0"/>
                </a:srgbClr>
              </a:clrTo>
            </a:clrChange>
            <a:extLst>
              <a:ext uri="{28A0092B-C50C-407E-A947-70E740481C1C}">
                <a14:useLocalDpi xmlns:a14="http://schemas.microsoft.com/office/drawing/2010/main" val="0"/>
              </a:ext>
            </a:extLst>
          </a:blip>
          <a:srcRect l="14676" t="21623" r="14676" b="22364"/>
          <a:stretch>
            <a:fillRect/>
          </a:stretch>
        </p:blipFill>
        <p:spPr bwMode="auto">
          <a:xfrm>
            <a:off x="4733707" y="5221277"/>
            <a:ext cx="1123419" cy="52448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2" descr="Anglicare Aged Care &amp; Community Services | Sydney &amp; Surrounds | Anglicare">
            <a:extLst>
              <a:ext uri="{FF2B5EF4-FFF2-40B4-BE49-F238E27FC236}">
                <a16:creationId xmlns:a16="http://schemas.microsoft.com/office/drawing/2014/main" id="{3701E511-75F3-F429-D6F2-FE637B6B62B8}"/>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12233" y="4289316"/>
            <a:ext cx="683820" cy="82446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A logo with blue and green lines&#10;&#10;AI-generated content may be incorrect.">
            <a:extLst>
              <a:ext uri="{FF2B5EF4-FFF2-40B4-BE49-F238E27FC236}">
                <a16:creationId xmlns:a16="http://schemas.microsoft.com/office/drawing/2014/main" id="{C8C0091F-FEDA-DEB9-3F26-DA9CAAD6A0E1}"/>
              </a:ext>
            </a:extLst>
          </p:cNvPr>
          <p:cNvPicPr>
            <a:picLocks noChangeAspect="1"/>
          </p:cNvPicPr>
          <p:nvPr/>
        </p:nvPicPr>
        <p:blipFill>
          <a:blip r:embed="rId20">
            <a:clrChange>
              <a:clrFrom>
                <a:srgbClr val="FFFFFF"/>
              </a:clrFrom>
              <a:clrTo>
                <a:srgbClr val="FFFFFF">
                  <a:alpha val="0"/>
                </a:srgbClr>
              </a:clrTo>
            </a:clrChange>
          </a:blip>
          <a:srcRect l="7747" t="13319" r="4612" b="12915"/>
          <a:stretch>
            <a:fillRect/>
          </a:stretch>
        </p:blipFill>
        <p:spPr>
          <a:xfrm>
            <a:off x="3719889" y="4443055"/>
            <a:ext cx="1312109" cy="650290"/>
          </a:xfrm>
          <a:prstGeom prst="rect">
            <a:avLst/>
          </a:prstGeom>
        </p:spPr>
      </p:pic>
      <p:sp>
        <p:nvSpPr>
          <p:cNvPr id="46" name="TextBox 45">
            <a:extLst>
              <a:ext uri="{FF2B5EF4-FFF2-40B4-BE49-F238E27FC236}">
                <a16:creationId xmlns:a16="http://schemas.microsoft.com/office/drawing/2014/main" id="{6C914427-4977-6054-E388-5A5E5DDA0E41}"/>
              </a:ext>
            </a:extLst>
          </p:cNvPr>
          <p:cNvSpPr txBox="1"/>
          <p:nvPr/>
        </p:nvSpPr>
        <p:spPr>
          <a:xfrm>
            <a:off x="762083" y="3852865"/>
            <a:ext cx="5489402" cy="39435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EA5454"/>
              </a:buClr>
              <a:buSzPts val="3200"/>
              <a:buFont typeface="Georgia"/>
              <a:buNone/>
              <a:tabLst/>
              <a:defRPr/>
            </a:pPr>
            <a:r>
              <a:rPr kumimoji="0" lang="en-US" sz="1400" b="1" i="1" u="none" strike="noStrike" kern="1200" cap="none" spc="0" normalizeH="0" baseline="0" noProof="0">
                <a:ln>
                  <a:noFill/>
                </a:ln>
                <a:solidFill>
                  <a:srgbClr val="EDB923">
                    <a:lumMod val="75000"/>
                  </a:srgbClr>
                </a:solidFill>
                <a:effectLst/>
                <a:uLnTx/>
                <a:uFillTx/>
                <a:latin typeface="Georgia"/>
                <a:ea typeface="Georgia"/>
                <a:cs typeface="Georgia"/>
                <a:sym typeface="Georgia"/>
              </a:rPr>
              <a:t>We work with notable brands such as…</a:t>
            </a:r>
            <a:endParaRPr kumimoji="0" lang="en-US" sz="800" b="1" i="1" u="none" strike="noStrike" kern="1200" cap="none" spc="0" normalizeH="0" baseline="0" noProof="0">
              <a:ln>
                <a:noFill/>
              </a:ln>
              <a:solidFill>
                <a:srgbClr val="EDB923">
                  <a:lumMod val="75000"/>
                </a:srgbClr>
              </a:solidFill>
              <a:effectLst/>
              <a:uLnTx/>
              <a:uFillTx/>
              <a:latin typeface="Arial"/>
              <a:ea typeface="Arial"/>
              <a:cs typeface="Arial"/>
              <a:sym typeface="Arial"/>
            </a:endParaRPr>
          </a:p>
        </p:txBody>
      </p:sp>
      <p:pic>
        <p:nvPicPr>
          <p:cNvPr id="8" name="Picture 7">
            <a:extLst>
              <a:ext uri="{FF2B5EF4-FFF2-40B4-BE49-F238E27FC236}">
                <a16:creationId xmlns:a16="http://schemas.microsoft.com/office/drawing/2014/main" id="{95BEBC2D-BECA-6ED3-88CC-C27DB7C37045}"/>
              </a:ext>
            </a:extLst>
          </p:cNvPr>
          <p:cNvPicPr>
            <a:picLocks noChangeAspect="1"/>
          </p:cNvPicPr>
          <p:nvPr/>
        </p:nvPicPr>
        <p:blipFill>
          <a:blip r:embed="rId21"/>
          <a:stretch>
            <a:fillRect/>
          </a:stretch>
        </p:blipFill>
        <p:spPr>
          <a:xfrm>
            <a:off x="6734996" y="4417292"/>
            <a:ext cx="738601" cy="365989"/>
          </a:xfrm>
          <a:prstGeom prst="rect">
            <a:avLst/>
          </a:prstGeom>
        </p:spPr>
      </p:pic>
      <p:pic>
        <p:nvPicPr>
          <p:cNvPr id="6148" name="Picture 4" descr="Kennards Self Storage">
            <a:extLst>
              <a:ext uri="{FF2B5EF4-FFF2-40B4-BE49-F238E27FC236}">
                <a16:creationId xmlns:a16="http://schemas.microsoft.com/office/drawing/2014/main" id="{CE77CEC2-A081-8B21-F3C7-13271D63A6D0}"/>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591450" y="4407961"/>
            <a:ext cx="1183511" cy="37803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3" name="Diagram 32">
            <a:extLst>
              <a:ext uri="{FF2B5EF4-FFF2-40B4-BE49-F238E27FC236}">
                <a16:creationId xmlns:a16="http://schemas.microsoft.com/office/drawing/2014/main" id="{5EA5ABAC-EDD9-726A-3BCD-50979A59B230}"/>
              </a:ext>
            </a:extLst>
          </p:cNvPr>
          <p:cNvGraphicFramePr/>
          <p:nvPr>
            <p:extLst>
              <p:ext uri="{D42A27DB-BD31-4B8C-83A1-F6EECF244321}">
                <p14:modId xmlns:p14="http://schemas.microsoft.com/office/powerpoint/2010/main" val="1848687450"/>
              </p:ext>
            </p:extLst>
          </p:nvPr>
        </p:nvGraphicFramePr>
        <p:xfrm>
          <a:off x="196073" y="1509461"/>
          <a:ext cx="11799854" cy="1834809"/>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Tree>
    <p:extLst>
      <p:ext uri="{BB962C8B-B14F-4D97-AF65-F5344CB8AC3E}">
        <p14:creationId xmlns:p14="http://schemas.microsoft.com/office/powerpoint/2010/main" val="1781024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D58E5-4BD8-B2A2-D983-C07413FC249A}"/>
              </a:ext>
            </a:extLst>
          </p:cNvPr>
          <p:cNvSpPr>
            <a:spLocks noGrp="1"/>
          </p:cNvSpPr>
          <p:nvPr>
            <p:ph type="title"/>
          </p:nvPr>
        </p:nvSpPr>
        <p:spPr/>
        <p:txBody>
          <a:bodyPr/>
          <a:lstStyle/>
          <a:p>
            <a:r>
              <a:rPr lang="en-AU"/>
              <a:t>Why Payroll as a Service?</a:t>
            </a:r>
          </a:p>
        </p:txBody>
      </p:sp>
      <p:sp>
        <p:nvSpPr>
          <p:cNvPr id="9" name="Text Placeholder 8">
            <a:extLst>
              <a:ext uri="{FF2B5EF4-FFF2-40B4-BE49-F238E27FC236}">
                <a16:creationId xmlns:a16="http://schemas.microsoft.com/office/drawing/2014/main" id="{66A12FEB-72A1-6A6C-0068-59BD2F05995F}"/>
              </a:ext>
            </a:extLst>
          </p:cNvPr>
          <p:cNvSpPr>
            <a:spLocks noGrp="1"/>
          </p:cNvSpPr>
          <p:nvPr>
            <p:ph type="body" sz="quarter" idx="13"/>
          </p:nvPr>
        </p:nvSpPr>
        <p:spPr>
          <a:xfrm>
            <a:off x="1522679" y="1483122"/>
            <a:ext cx="9146641" cy="4932362"/>
          </a:xfrm>
        </p:spPr>
        <p:txBody>
          <a:bodyPr/>
          <a:lstStyle/>
          <a:p>
            <a:r>
              <a:rPr lang="en-US" sz="1600" dirty="0"/>
              <a:t>Mivada is built on a team of payroll professionals with over 25+ years of experience running payroll individually</a:t>
            </a:r>
          </a:p>
          <a:p>
            <a:pPr marL="0" indent="0">
              <a:buNone/>
            </a:pPr>
            <a:endParaRPr lang="en-US" sz="1600" dirty="0"/>
          </a:p>
          <a:p>
            <a:r>
              <a:rPr lang="en-US" sz="1600" dirty="0"/>
              <a:t>We have spent the last 10 years at Mivada watching clients struggle with the ever-changing world of payroll and subsequent legislative compliance requirements</a:t>
            </a:r>
          </a:p>
          <a:p>
            <a:endParaRPr lang="en-US" sz="1600" dirty="0"/>
          </a:p>
          <a:p>
            <a:r>
              <a:rPr lang="en-US" sz="1600" dirty="0"/>
              <a:t>Offering Payroll as a Service to clients is the future of payroll, it extends beyond simply being the Application Managed Services partner or providing resources to fill gaps, this is about taking the hassle out of payroll for clients with fully dedicated experienced professionals to deliver the best for their employees</a:t>
            </a:r>
          </a:p>
          <a:p>
            <a:endParaRPr lang="en-US" sz="1600" dirty="0"/>
          </a:p>
          <a:p>
            <a:r>
              <a:rPr lang="en-US" sz="1600" dirty="0"/>
              <a:t>With hybrid approaches to capability onshore and offshore, onsite or remote, Mivada will manage all payroll needs for the client through their Workday Payroll instance</a:t>
            </a:r>
          </a:p>
          <a:p>
            <a:endParaRPr lang="en-AU" sz="1600" dirty="0"/>
          </a:p>
        </p:txBody>
      </p:sp>
    </p:spTree>
    <p:extLst>
      <p:ext uri="{BB962C8B-B14F-4D97-AF65-F5344CB8AC3E}">
        <p14:creationId xmlns:p14="http://schemas.microsoft.com/office/powerpoint/2010/main" val="2653387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6971A-ED7C-97B9-6F29-B840203BE24A}"/>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C53F845A-B0D2-E106-11E0-F9C51105CBAC}"/>
              </a:ext>
            </a:extLst>
          </p:cNvPr>
          <p:cNvSpPr/>
          <p:nvPr/>
        </p:nvSpPr>
        <p:spPr>
          <a:xfrm>
            <a:off x="5733569" y="2491929"/>
            <a:ext cx="3374032" cy="2388232"/>
          </a:xfrm>
          <a:prstGeom prst="roundRect">
            <a:avLst/>
          </a:prstGeom>
          <a:solidFill>
            <a:schemeClr val="tx2">
              <a:lumMod val="40000"/>
              <a:lumOff val="60000"/>
            </a:schemeClr>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algn="ctr">
              <a:buSzPct val="80000"/>
            </a:pPr>
            <a:r>
              <a:rPr lang="en-US" sz="2400" b="1">
                <a:solidFill>
                  <a:schemeClr val="tx1"/>
                </a:solidFill>
              </a:rPr>
              <a:t>Mivada</a:t>
            </a:r>
          </a:p>
          <a:p>
            <a:pPr algn="ctr">
              <a:buSzPct val="80000"/>
            </a:pPr>
            <a:r>
              <a:rPr lang="en-US" sz="2000" b="1" i="1">
                <a:solidFill>
                  <a:schemeClr val="tx1"/>
                </a:solidFill>
              </a:rPr>
              <a:t>Payroll as a Service</a:t>
            </a:r>
            <a:endParaRPr lang="en-AU" sz="1600" i="1">
              <a:solidFill>
                <a:schemeClr val="tx2"/>
              </a:solidFill>
            </a:endParaRPr>
          </a:p>
        </p:txBody>
      </p:sp>
      <p:sp>
        <p:nvSpPr>
          <p:cNvPr id="2" name="Title 1">
            <a:extLst>
              <a:ext uri="{FF2B5EF4-FFF2-40B4-BE49-F238E27FC236}">
                <a16:creationId xmlns:a16="http://schemas.microsoft.com/office/drawing/2014/main" id="{BDE82454-841D-4DED-EAA9-38F41DB4E143}"/>
              </a:ext>
            </a:extLst>
          </p:cNvPr>
          <p:cNvSpPr>
            <a:spLocks noGrp="1"/>
          </p:cNvSpPr>
          <p:nvPr>
            <p:ph type="title"/>
          </p:nvPr>
        </p:nvSpPr>
        <p:spPr/>
        <p:txBody>
          <a:bodyPr/>
          <a:lstStyle/>
          <a:p>
            <a:r>
              <a:rPr lang="en-US"/>
              <a:t>Mivada - Payroll as a Service</a:t>
            </a:r>
            <a:endParaRPr lang="en-AU"/>
          </a:p>
        </p:txBody>
      </p:sp>
      <p:sp>
        <p:nvSpPr>
          <p:cNvPr id="4" name="Rectangle: Rounded Corners 3">
            <a:extLst>
              <a:ext uri="{FF2B5EF4-FFF2-40B4-BE49-F238E27FC236}">
                <a16:creationId xmlns:a16="http://schemas.microsoft.com/office/drawing/2014/main" id="{6FDF8D70-AD15-6DA8-2E51-4E1ADA47F11B}"/>
              </a:ext>
            </a:extLst>
          </p:cNvPr>
          <p:cNvSpPr/>
          <p:nvPr/>
        </p:nvSpPr>
        <p:spPr>
          <a:xfrm>
            <a:off x="3126089" y="1716602"/>
            <a:ext cx="2093343" cy="1608945"/>
          </a:xfrm>
          <a:prstGeom prst="roundRect">
            <a:avLst/>
          </a:prstGeom>
          <a:solidFill>
            <a:schemeClr val="accent6">
              <a:lumMod val="60000"/>
              <a:lumOff val="40000"/>
            </a:schemeClr>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sz="1600" b="1">
                <a:solidFill>
                  <a:schemeClr val="tx1"/>
                </a:solidFill>
              </a:rPr>
              <a:t>People Team</a:t>
            </a:r>
          </a:p>
          <a:p>
            <a:pPr algn="ctr">
              <a:buSzPct val="80000"/>
            </a:pPr>
            <a:endParaRPr lang="en-US" sz="800">
              <a:solidFill>
                <a:schemeClr val="tx1"/>
              </a:solidFill>
            </a:endParaRPr>
          </a:p>
          <a:p>
            <a:pPr marL="177800" indent="-177800">
              <a:buSzPct val="80000"/>
              <a:buFontTx/>
              <a:buChar char="-"/>
            </a:pPr>
            <a:r>
              <a:rPr lang="en-US" sz="1200">
                <a:solidFill>
                  <a:schemeClr val="tx1"/>
                </a:solidFill>
              </a:rPr>
              <a:t>HR Business Partner(s)</a:t>
            </a:r>
          </a:p>
          <a:p>
            <a:pPr marL="177800" indent="-177800">
              <a:buSzPct val="80000"/>
              <a:buFontTx/>
              <a:buChar char="-"/>
            </a:pPr>
            <a:r>
              <a:rPr lang="en-US" sz="1200">
                <a:solidFill>
                  <a:schemeClr val="tx1"/>
                </a:solidFill>
              </a:rPr>
              <a:t>IR/ER</a:t>
            </a:r>
          </a:p>
          <a:p>
            <a:pPr marL="177800" indent="-177800">
              <a:buSzPct val="80000"/>
              <a:buFontTx/>
              <a:buChar char="-"/>
            </a:pPr>
            <a:r>
              <a:rPr lang="en-US" sz="1200">
                <a:solidFill>
                  <a:schemeClr val="tx1"/>
                </a:solidFill>
              </a:rPr>
              <a:t>Remuneration &amp; Benefits</a:t>
            </a:r>
            <a:endParaRPr lang="en-AU" sz="1200">
              <a:solidFill>
                <a:schemeClr val="tx1"/>
              </a:solidFill>
            </a:endParaRPr>
          </a:p>
        </p:txBody>
      </p:sp>
      <p:sp>
        <p:nvSpPr>
          <p:cNvPr id="7" name="Rectangle: Rounded Corners 6">
            <a:extLst>
              <a:ext uri="{FF2B5EF4-FFF2-40B4-BE49-F238E27FC236}">
                <a16:creationId xmlns:a16="http://schemas.microsoft.com/office/drawing/2014/main" id="{4F4ACBCE-B0C6-062F-8F9E-7DA26CFE1B2A}"/>
              </a:ext>
            </a:extLst>
          </p:cNvPr>
          <p:cNvSpPr/>
          <p:nvPr/>
        </p:nvSpPr>
        <p:spPr>
          <a:xfrm>
            <a:off x="6156815" y="3374745"/>
            <a:ext cx="2527540" cy="1181097"/>
          </a:xfrm>
          <a:prstGeom prst="roundRect">
            <a:avLst/>
          </a:prstGeom>
          <a:solidFill>
            <a:schemeClr val="tx2"/>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a:solidFill>
                  <a:schemeClr val="tx1"/>
                </a:solidFill>
              </a:rPr>
              <a:t>Payroll System</a:t>
            </a:r>
          </a:p>
          <a:p>
            <a:pPr algn="ctr">
              <a:buSzPct val="80000"/>
            </a:pPr>
            <a:r>
              <a:rPr lang="en-US" b="1" i="1">
                <a:solidFill>
                  <a:schemeClr val="accent1">
                    <a:lumMod val="75000"/>
                  </a:schemeClr>
                </a:solidFill>
              </a:rPr>
              <a:t>Workday</a:t>
            </a:r>
          </a:p>
          <a:p>
            <a:pPr algn="ctr">
              <a:buSzPct val="80000"/>
            </a:pPr>
            <a:r>
              <a:rPr lang="en-US" b="1" i="1">
                <a:solidFill>
                  <a:schemeClr val="accent1">
                    <a:lumMod val="75000"/>
                  </a:schemeClr>
                </a:solidFill>
              </a:rPr>
              <a:t>(Client Tenant)</a:t>
            </a:r>
            <a:endParaRPr lang="en-AU" b="1" i="1">
              <a:solidFill>
                <a:schemeClr val="accent1">
                  <a:lumMod val="75000"/>
                </a:schemeClr>
              </a:solidFill>
            </a:endParaRPr>
          </a:p>
        </p:txBody>
      </p:sp>
      <p:sp>
        <p:nvSpPr>
          <p:cNvPr id="11" name="Rectangle: Rounded Corners 10">
            <a:extLst>
              <a:ext uri="{FF2B5EF4-FFF2-40B4-BE49-F238E27FC236}">
                <a16:creationId xmlns:a16="http://schemas.microsoft.com/office/drawing/2014/main" id="{3D1D63F3-7333-CFEF-9CF1-24B95EEAFAFB}"/>
              </a:ext>
            </a:extLst>
          </p:cNvPr>
          <p:cNvSpPr/>
          <p:nvPr/>
        </p:nvSpPr>
        <p:spPr>
          <a:xfrm>
            <a:off x="3126089" y="3719929"/>
            <a:ext cx="2093343" cy="573833"/>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sz="1600">
                <a:solidFill>
                  <a:schemeClr val="tx1"/>
                </a:solidFill>
              </a:rPr>
              <a:t>HR System</a:t>
            </a:r>
            <a:endParaRPr lang="en-AU" sz="1600">
              <a:solidFill>
                <a:schemeClr val="tx1"/>
              </a:solidFill>
            </a:endParaRPr>
          </a:p>
        </p:txBody>
      </p:sp>
      <p:sp>
        <p:nvSpPr>
          <p:cNvPr id="17" name="Arrow: Right 16">
            <a:extLst>
              <a:ext uri="{FF2B5EF4-FFF2-40B4-BE49-F238E27FC236}">
                <a16:creationId xmlns:a16="http://schemas.microsoft.com/office/drawing/2014/main" id="{71D0906A-B62C-6450-B40F-77169A4A8080}"/>
              </a:ext>
            </a:extLst>
          </p:cNvPr>
          <p:cNvSpPr/>
          <p:nvPr/>
        </p:nvSpPr>
        <p:spPr>
          <a:xfrm rot="10800000">
            <a:off x="8684355" y="3859574"/>
            <a:ext cx="1215634" cy="281796"/>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8" name="Rectangle: Rounded Corners 7">
            <a:extLst>
              <a:ext uri="{FF2B5EF4-FFF2-40B4-BE49-F238E27FC236}">
                <a16:creationId xmlns:a16="http://schemas.microsoft.com/office/drawing/2014/main" id="{335A6838-54F4-EEE2-2BA3-4DB2794D1CFE}"/>
              </a:ext>
            </a:extLst>
          </p:cNvPr>
          <p:cNvSpPr/>
          <p:nvPr/>
        </p:nvSpPr>
        <p:spPr>
          <a:xfrm>
            <a:off x="9621738" y="3719061"/>
            <a:ext cx="2093343" cy="772603"/>
          </a:xfrm>
          <a:prstGeom prst="roundRect">
            <a:avLst/>
          </a:prstGeom>
          <a:solidFill>
            <a:schemeClr val="accent1">
              <a:lumMod val="40000"/>
              <a:lumOff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sz="1600">
                <a:solidFill>
                  <a:schemeClr val="tx1"/>
                </a:solidFill>
              </a:rPr>
              <a:t>Workforce Rostering / T&amp;A System(s)</a:t>
            </a:r>
            <a:endParaRPr lang="en-AU" sz="1600">
              <a:solidFill>
                <a:schemeClr val="tx1"/>
              </a:solidFill>
            </a:endParaRPr>
          </a:p>
        </p:txBody>
      </p:sp>
      <p:sp>
        <p:nvSpPr>
          <p:cNvPr id="3" name="Rectangle: Rounded Corners 2">
            <a:extLst>
              <a:ext uri="{FF2B5EF4-FFF2-40B4-BE49-F238E27FC236}">
                <a16:creationId xmlns:a16="http://schemas.microsoft.com/office/drawing/2014/main" id="{DC747581-2A00-7181-972B-612B76186BAD}"/>
              </a:ext>
            </a:extLst>
          </p:cNvPr>
          <p:cNvSpPr/>
          <p:nvPr/>
        </p:nvSpPr>
        <p:spPr>
          <a:xfrm>
            <a:off x="9600808" y="2678330"/>
            <a:ext cx="2093343" cy="720000"/>
          </a:xfrm>
          <a:prstGeom prst="roundRect">
            <a:avLst/>
          </a:prstGeom>
          <a:solidFill>
            <a:schemeClr val="accent1">
              <a:lumMod val="60000"/>
              <a:lumOff val="40000"/>
            </a:schemeClr>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sz="1600" b="1">
                <a:solidFill>
                  <a:schemeClr val="tx1"/>
                </a:solidFill>
              </a:rPr>
              <a:t>Operations Team</a:t>
            </a:r>
            <a:endParaRPr lang="en-AU" sz="1600" b="1" i="1">
              <a:solidFill>
                <a:schemeClr val="tx1"/>
              </a:solidFill>
            </a:endParaRPr>
          </a:p>
        </p:txBody>
      </p:sp>
      <p:sp>
        <p:nvSpPr>
          <p:cNvPr id="12" name="Rectangle: Rounded Corners 11">
            <a:extLst>
              <a:ext uri="{FF2B5EF4-FFF2-40B4-BE49-F238E27FC236}">
                <a16:creationId xmlns:a16="http://schemas.microsoft.com/office/drawing/2014/main" id="{EC716D34-8808-E10F-8B25-80F332CEF063}"/>
              </a:ext>
            </a:extLst>
          </p:cNvPr>
          <p:cNvSpPr/>
          <p:nvPr/>
        </p:nvSpPr>
        <p:spPr>
          <a:xfrm>
            <a:off x="6373914" y="5438657"/>
            <a:ext cx="2093343" cy="820375"/>
          </a:xfrm>
          <a:prstGeom prst="roundRect">
            <a:avLst/>
          </a:prstGeom>
          <a:solidFill>
            <a:schemeClr val="accent5">
              <a:lumMod val="40000"/>
              <a:lumOff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sz="1600">
                <a:solidFill>
                  <a:schemeClr val="tx1"/>
                </a:solidFill>
              </a:rPr>
              <a:t>Finance / Banking / </a:t>
            </a:r>
          </a:p>
          <a:p>
            <a:pPr algn="ctr">
              <a:buSzPct val="80000"/>
            </a:pPr>
            <a:r>
              <a:rPr lang="en-US" sz="1600">
                <a:solidFill>
                  <a:schemeClr val="tx1"/>
                </a:solidFill>
              </a:rPr>
              <a:t>3</a:t>
            </a:r>
            <a:r>
              <a:rPr lang="en-US" sz="1600" baseline="30000">
                <a:solidFill>
                  <a:schemeClr val="tx1"/>
                </a:solidFill>
              </a:rPr>
              <a:t>rd</a:t>
            </a:r>
            <a:r>
              <a:rPr lang="en-US" sz="1600">
                <a:solidFill>
                  <a:schemeClr val="tx1"/>
                </a:solidFill>
              </a:rPr>
              <a:t> Party payments</a:t>
            </a:r>
            <a:endParaRPr lang="en-AU" sz="1600" i="1">
              <a:solidFill>
                <a:schemeClr val="tx1"/>
              </a:solidFill>
            </a:endParaRPr>
          </a:p>
        </p:txBody>
      </p:sp>
      <p:sp>
        <p:nvSpPr>
          <p:cNvPr id="13" name="Arrow: Right 12">
            <a:extLst>
              <a:ext uri="{FF2B5EF4-FFF2-40B4-BE49-F238E27FC236}">
                <a16:creationId xmlns:a16="http://schemas.microsoft.com/office/drawing/2014/main" id="{3BE91F64-358E-930B-81DA-421263E3879C}"/>
              </a:ext>
            </a:extLst>
          </p:cNvPr>
          <p:cNvSpPr/>
          <p:nvPr/>
        </p:nvSpPr>
        <p:spPr>
          <a:xfrm rot="5400000">
            <a:off x="10431378" y="3348296"/>
            <a:ext cx="474061" cy="281796"/>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32" name="Arrow: Right 31">
            <a:extLst>
              <a:ext uri="{FF2B5EF4-FFF2-40B4-BE49-F238E27FC236}">
                <a16:creationId xmlns:a16="http://schemas.microsoft.com/office/drawing/2014/main" id="{234D08C7-099B-5611-1E85-AA3D918D703A}"/>
              </a:ext>
            </a:extLst>
          </p:cNvPr>
          <p:cNvSpPr/>
          <p:nvPr/>
        </p:nvSpPr>
        <p:spPr>
          <a:xfrm rot="5400000">
            <a:off x="6979177" y="4856352"/>
            <a:ext cx="882816" cy="281796"/>
          </a:xfrm>
          <a:prstGeom prst="rightArrow">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36" name="Arrow: Right 35">
            <a:extLst>
              <a:ext uri="{FF2B5EF4-FFF2-40B4-BE49-F238E27FC236}">
                <a16:creationId xmlns:a16="http://schemas.microsoft.com/office/drawing/2014/main" id="{A995C231-C1F1-0340-CDC0-B3709A95CF7D}"/>
              </a:ext>
            </a:extLst>
          </p:cNvPr>
          <p:cNvSpPr/>
          <p:nvPr/>
        </p:nvSpPr>
        <p:spPr>
          <a:xfrm rot="16200000" flipH="1">
            <a:off x="3958854" y="3381406"/>
            <a:ext cx="393514" cy="281796"/>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40" name="Arrow: Right 39">
            <a:extLst>
              <a:ext uri="{FF2B5EF4-FFF2-40B4-BE49-F238E27FC236}">
                <a16:creationId xmlns:a16="http://schemas.microsoft.com/office/drawing/2014/main" id="{947F6EA4-C31D-E8E8-B910-229693D49920}"/>
              </a:ext>
            </a:extLst>
          </p:cNvPr>
          <p:cNvSpPr/>
          <p:nvPr/>
        </p:nvSpPr>
        <p:spPr>
          <a:xfrm rot="10800000" flipH="1">
            <a:off x="5216274" y="3863654"/>
            <a:ext cx="954533" cy="281796"/>
          </a:xfrm>
          <a:prstGeom prst="rightArrow">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48" name="Arrow: Right 47">
            <a:extLst>
              <a:ext uri="{FF2B5EF4-FFF2-40B4-BE49-F238E27FC236}">
                <a16:creationId xmlns:a16="http://schemas.microsoft.com/office/drawing/2014/main" id="{B9B474FD-F176-461C-FA12-C79866D907B7}"/>
              </a:ext>
            </a:extLst>
          </p:cNvPr>
          <p:cNvSpPr/>
          <p:nvPr/>
        </p:nvSpPr>
        <p:spPr>
          <a:xfrm rot="10800000" flipH="1">
            <a:off x="5180757" y="1914225"/>
            <a:ext cx="1193156" cy="281796"/>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53" name="Arrow: Right 52">
            <a:extLst>
              <a:ext uri="{FF2B5EF4-FFF2-40B4-BE49-F238E27FC236}">
                <a16:creationId xmlns:a16="http://schemas.microsoft.com/office/drawing/2014/main" id="{5D31E3E9-E2CC-A225-B9AA-E0653F1BA4AC}"/>
              </a:ext>
            </a:extLst>
          </p:cNvPr>
          <p:cNvSpPr/>
          <p:nvPr/>
        </p:nvSpPr>
        <p:spPr>
          <a:xfrm rot="10800000">
            <a:off x="8467257" y="1909623"/>
            <a:ext cx="2267102" cy="281796"/>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6" name="Rectangle 5">
            <a:extLst>
              <a:ext uri="{FF2B5EF4-FFF2-40B4-BE49-F238E27FC236}">
                <a16:creationId xmlns:a16="http://schemas.microsoft.com/office/drawing/2014/main" id="{8D90A907-25BB-387A-EF60-73B27CC656CF}"/>
              </a:ext>
            </a:extLst>
          </p:cNvPr>
          <p:cNvSpPr/>
          <p:nvPr/>
        </p:nvSpPr>
        <p:spPr>
          <a:xfrm rot="10800000">
            <a:off x="10597863" y="2069103"/>
            <a:ext cx="136496" cy="698231"/>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5" name="Rectangle: Rounded Corners 4">
            <a:extLst>
              <a:ext uri="{FF2B5EF4-FFF2-40B4-BE49-F238E27FC236}">
                <a16:creationId xmlns:a16="http://schemas.microsoft.com/office/drawing/2014/main" id="{0AEE65A5-7D0C-9AF8-0319-E6CA17947E1E}"/>
              </a:ext>
            </a:extLst>
          </p:cNvPr>
          <p:cNvSpPr/>
          <p:nvPr/>
        </p:nvSpPr>
        <p:spPr>
          <a:xfrm>
            <a:off x="6373913" y="1769533"/>
            <a:ext cx="2093344" cy="526656"/>
          </a:xfrm>
          <a:prstGeom prst="roundRect">
            <a:avLst/>
          </a:prstGeom>
          <a:solidFill>
            <a:schemeClr val="accent6">
              <a:lumMod val="60000"/>
              <a:lumOff val="40000"/>
            </a:schemeClr>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AU" sz="1600" b="1">
                <a:solidFill>
                  <a:schemeClr val="tx1"/>
                </a:solidFill>
              </a:rPr>
              <a:t>Payroll Representative</a:t>
            </a:r>
          </a:p>
        </p:txBody>
      </p:sp>
      <p:sp>
        <p:nvSpPr>
          <p:cNvPr id="14" name="Arrow: Right 13">
            <a:extLst>
              <a:ext uri="{FF2B5EF4-FFF2-40B4-BE49-F238E27FC236}">
                <a16:creationId xmlns:a16="http://schemas.microsoft.com/office/drawing/2014/main" id="{C127CE31-17D0-655D-4199-33642ACBFF4C}"/>
              </a:ext>
            </a:extLst>
          </p:cNvPr>
          <p:cNvSpPr/>
          <p:nvPr/>
        </p:nvSpPr>
        <p:spPr>
          <a:xfrm rot="16200000" flipH="1">
            <a:off x="7272513" y="2198593"/>
            <a:ext cx="296143" cy="281797"/>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15" name="TextBox 14">
            <a:extLst>
              <a:ext uri="{FF2B5EF4-FFF2-40B4-BE49-F238E27FC236}">
                <a16:creationId xmlns:a16="http://schemas.microsoft.com/office/drawing/2014/main" id="{ACF8C17B-3B1E-EB0A-B1AD-F6062BC54669}"/>
              </a:ext>
            </a:extLst>
          </p:cNvPr>
          <p:cNvSpPr txBox="1"/>
          <p:nvPr/>
        </p:nvSpPr>
        <p:spPr>
          <a:xfrm>
            <a:off x="299101" y="1636884"/>
            <a:ext cx="2668940" cy="4727175"/>
          </a:xfrm>
          <a:prstGeom prst="rect">
            <a:avLst/>
          </a:prstGeom>
          <a:noFill/>
        </p:spPr>
        <p:txBody>
          <a:bodyPr wrap="square" lIns="72000" tIns="72000" rIns="72000" bIns="72000" rtlCol="0">
            <a:noAutofit/>
          </a:bodyPr>
          <a:lstStyle/>
          <a:p>
            <a:pPr algn="l">
              <a:buSzPct val="80000"/>
            </a:pPr>
            <a:r>
              <a:rPr lang="en-AU" sz="1400"/>
              <a:t>Mivada Payroll as a Service provides clients with an end-to-end payroll delivery service including the following:</a:t>
            </a:r>
          </a:p>
          <a:p>
            <a:pPr marL="285750" indent="-285750" algn="l">
              <a:buSzPct val="80000"/>
              <a:buFont typeface="Arial" panose="020B0604020202020204" pitchFamily="34" charset="0"/>
              <a:buChar char="•"/>
            </a:pPr>
            <a:r>
              <a:rPr lang="en-AU" sz="1200"/>
              <a:t>Payroll generation and employee payment</a:t>
            </a:r>
          </a:p>
          <a:p>
            <a:pPr marL="285750" indent="-285750" algn="l">
              <a:buSzPct val="80000"/>
              <a:buFont typeface="Arial" panose="020B0604020202020204" pitchFamily="34" charset="0"/>
              <a:buChar char="•"/>
            </a:pPr>
            <a:r>
              <a:rPr lang="en-AU" sz="1200"/>
              <a:t>Third Party reconciliations (Super, ATO and any additional deduction processing on behalf of the employee)</a:t>
            </a:r>
          </a:p>
          <a:p>
            <a:pPr marL="285750" indent="-285750" algn="l">
              <a:buSzPct val="80000"/>
              <a:buFont typeface="Arial" panose="020B0604020202020204" pitchFamily="34" charset="0"/>
              <a:buChar char="•"/>
            </a:pPr>
            <a:r>
              <a:rPr lang="en-AU" sz="1200"/>
              <a:t>Finance GL reporting back to the client post pay period close</a:t>
            </a:r>
          </a:p>
          <a:p>
            <a:pPr marL="285750" indent="-285750" algn="l">
              <a:buSzPct val="80000"/>
              <a:buFont typeface="Arial" panose="020B0604020202020204" pitchFamily="34" charset="0"/>
              <a:buChar char="•"/>
            </a:pPr>
            <a:r>
              <a:rPr lang="en-AU" sz="1200"/>
              <a:t>Reporting for People / Operations teams</a:t>
            </a:r>
          </a:p>
          <a:p>
            <a:pPr marL="285750" indent="-285750" algn="l">
              <a:buSzPct val="80000"/>
              <a:buFont typeface="Arial" panose="020B0604020202020204" pitchFamily="34" charset="0"/>
              <a:buChar char="•"/>
            </a:pPr>
            <a:endParaRPr lang="en-AU" sz="1400"/>
          </a:p>
          <a:p>
            <a:pPr algn="l">
              <a:buSzPct val="80000"/>
            </a:pPr>
            <a:r>
              <a:rPr lang="en-AU" sz="1400"/>
              <a:t>Payroll as a Service results in a reduction of internal support required to process payroll:</a:t>
            </a:r>
          </a:p>
          <a:p>
            <a:pPr marL="285750" indent="-285750" algn="l">
              <a:buSzPct val="80000"/>
              <a:buFont typeface="Arial" panose="020B0604020202020204" pitchFamily="34" charset="0"/>
              <a:buChar char="•"/>
            </a:pPr>
            <a:r>
              <a:rPr lang="en-AU" sz="1200"/>
              <a:t>Internal IT Support &amp; Governance </a:t>
            </a:r>
            <a:r>
              <a:rPr lang="en-AU" sz="1050"/>
              <a:t>(no longer required)</a:t>
            </a:r>
            <a:endParaRPr lang="en-AU" sz="1400"/>
          </a:p>
          <a:p>
            <a:pPr marL="285750" indent="-285750" algn="l">
              <a:buSzPct val="80000"/>
              <a:buFont typeface="Arial" panose="020B0604020202020204" pitchFamily="34" charset="0"/>
              <a:buChar char="•"/>
            </a:pPr>
            <a:r>
              <a:rPr lang="en-AU" sz="1200"/>
              <a:t>AMS support</a:t>
            </a:r>
            <a:r>
              <a:rPr lang="en-AU" sz="1100"/>
              <a:t>  </a:t>
            </a:r>
            <a:r>
              <a:rPr lang="en-AU" sz="1050"/>
              <a:t>(no longer required)</a:t>
            </a:r>
          </a:p>
          <a:p>
            <a:pPr marL="285750" indent="-285750" algn="l">
              <a:buSzPct val="80000"/>
              <a:buFont typeface="Arial" panose="020B0604020202020204" pitchFamily="34" charset="0"/>
              <a:buChar char="•"/>
            </a:pPr>
            <a:r>
              <a:rPr lang="en-AU" sz="1200"/>
              <a:t>Payroll Resources </a:t>
            </a:r>
            <a:r>
              <a:rPr lang="en-AU" sz="1050"/>
              <a:t>(reduction)</a:t>
            </a:r>
            <a:endParaRPr lang="en-AU" sz="1400"/>
          </a:p>
          <a:p>
            <a:pPr algn="l">
              <a:buSzPct val="80000"/>
            </a:pPr>
            <a:endParaRPr lang="en-AU" sz="1400"/>
          </a:p>
        </p:txBody>
      </p:sp>
      <p:sp>
        <p:nvSpPr>
          <p:cNvPr id="16" name="Rectangle: Rounded Corners 15">
            <a:extLst>
              <a:ext uri="{FF2B5EF4-FFF2-40B4-BE49-F238E27FC236}">
                <a16:creationId xmlns:a16="http://schemas.microsoft.com/office/drawing/2014/main" id="{5ABFB767-AFF5-F5BC-6A30-1C165FA9AB53}"/>
              </a:ext>
            </a:extLst>
          </p:cNvPr>
          <p:cNvSpPr/>
          <p:nvPr/>
        </p:nvSpPr>
        <p:spPr>
          <a:xfrm>
            <a:off x="3140780" y="4801032"/>
            <a:ext cx="2093343" cy="734989"/>
          </a:xfrm>
          <a:prstGeom prst="roundRect">
            <a:avLst/>
          </a:prstGeom>
          <a:solidFill>
            <a:schemeClr val="accent6">
              <a:lumMod val="40000"/>
              <a:lumOff val="60000"/>
            </a:schemeClr>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sz="1600" b="1">
                <a:solidFill>
                  <a:schemeClr val="tx1"/>
                </a:solidFill>
              </a:rPr>
              <a:t>People Data Reporting</a:t>
            </a:r>
            <a:endParaRPr lang="en-AU" sz="1600" b="1">
              <a:solidFill>
                <a:schemeClr val="tx1"/>
              </a:solidFill>
            </a:endParaRPr>
          </a:p>
        </p:txBody>
      </p:sp>
      <p:sp>
        <p:nvSpPr>
          <p:cNvPr id="18" name="Arrow: Right 17">
            <a:extLst>
              <a:ext uri="{FF2B5EF4-FFF2-40B4-BE49-F238E27FC236}">
                <a16:creationId xmlns:a16="http://schemas.microsoft.com/office/drawing/2014/main" id="{142E21FF-A438-60F4-4A7A-B63AE9A22030}"/>
              </a:ext>
            </a:extLst>
          </p:cNvPr>
          <p:cNvSpPr/>
          <p:nvPr/>
        </p:nvSpPr>
        <p:spPr>
          <a:xfrm flipH="1">
            <a:off x="5246766" y="5018511"/>
            <a:ext cx="1655718" cy="281796"/>
          </a:xfrm>
          <a:prstGeom prst="rightArrow">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19" name="Rectangle 18">
            <a:extLst>
              <a:ext uri="{FF2B5EF4-FFF2-40B4-BE49-F238E27FC236}">
                <a16:creationId xmlns:a16="http://schemas.microsoft.com/office/drawing/2014/main" id="{DC4C57B3-C786-9F6A-907C-B541DF9C50AB}"/>
              </a:ext>
            </a:extLst>
          </p:cNvPr>
          <p:cNvSpPr/>
          <p:nvPr/>
        </p:nvSpPr>
        <p:spPr>
          <a:xfrm rot="10800000">
            <a:off x="6765987" y="4655441"/>
            <a:ext cx="149139" cy="573834"/>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Tree>
    <p:extLst>
      <p:ext uri="{BB962C8B-B14F-4D97-AF65-F5344CB8AC3E}">
        <p14:creationId xmlns:p14="http://schemas.microsoft.com/office/powerpoint/2010/main" val="1560540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8B77B-666D-5999-CD18-57B0426C5DFC}"/>
              </a:ext>
            </a:extLst>
          </p:cNvPr>
          <p:cNvSpPr>
            <a:spLocks noGrp="1"/>
          </p:cNvSpPr>
          <p:nvPr>
            <p:ph type="title"/>
          </p:nvPr>
        </p:nvSpPr>
        <p:spPr/>
        <p:txBody>
          <a:bodyPr/>
          <a:lstStyle/>
          <a:p>
            <a:r>
              <a:rPr lang="en-US"/>
              <a:t>Payroll as a Service – Operating Model </a:t>
            </a:r>
            <a:endParaRPr lang="en-AU"/>
          </a:p>
        </p:txBody>
      </p:sp>
      <p:graphicFrame>
        <p:nvGraphicFramePr>
          <p:cNvPr id="19" name="Diagram 18">
            <a:extLst>
              <a:ext uri="{FF2B5EF4-FFF2-40B4-BE49-F238E27FC236}">
                <a16:creationId xmlns:a16="http://schemas.microsoft.com/office/drawing/2014/main" id="{6ECD4198-69EE-6632-9D96-975B162ED8EF}"/>
              </a:ext>
            </a:extLst>
          </p:cNvPr>
          <p:cNvGraphicFramePr/>
          <p:nvPr>
            <p:extLst>
              <p:ext uri="{D42A27DB-BD31-4B8C-83A1-F6EECF244321}">
                <p14:modId xmlns:p14="http://schemas.microsoft.com/office/powerpoint/2010/main" val="628926924"/>
              </p:ext>
            </p:extLst>
          </p:nvPr>
        </p:nvGraphicFramePr>
        <p:xfrm>
          <a:off x="186907" y="1079568"/>
          <a:ext cx="11818187" cy="46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TextBox 20">
            <a:extLst>
              <a:ext uri="{FF2B5EF4-FFF2-40B4-BE49-F238E27FC236}">
                <a16:creationId xmlns:a16="http://schemas.microsoft.com/office/drawing/2014/main" id="{9C41C538-8851-11B4-EC81-4FC16DB105F2}"/>
              </a:ext>
            </a:extLst>
          </p:cNvPr>
          <p:cNvSpPr txBox="1"/>
          <p:nvPr/>
        </p:nvSpPr>
        <p:spPr>
          <a:xfrm>
            <a:off x="186907" y="5557420"/>
            <a:ext cx="5294472" cy="1077218"/>
          </a:xfrm>
          <a:prstGeom prst="rect">
            <a:avLst/>
          </a:prstGeom>
          <a:noFill/>
        </p:spPr>
        <p:txBody>
          <a:bodyPr wrap="square">
            <a:spAutoFit/>
          </a:bodyPr>
          <a:lstStyle/>
          <a:p>
            <a:pPr algn="l">
              <a:buNone/>
            </a:pPr>
            <a:r>
              <a:rPr lang="en-US" sz="1400" b="1" i="1">
                <a:effectLst/>
                <a:latin typeface="inherit"/>
              </a:rPr>
              <a:t>Value Realisation</a:t>
            </a:r>
            <a:endParaRPr lang="en-US" sz="1100" b="0" i="1">
              <a:effectLst/>
              <a:latin typeface="Aptos" panose="020B0004020202020204" pitchFamily="34" charset="0"/>
            </a:endParaRPr>
          </a:p>
          <a:p>
            <a:pPr marL="171450" indent="-171450" algn="l">
              <a:buFont typeface="Arial" panose="020B0604020202020204" pitchFamily="34" charset="0"/>
              <a:buChar char="•"/>
            </a:pPr>
            <a:r>
              <a:rPr lang="en-US" sz="1200" b="1" i="0">
                <a:solidFill>
                  <a:schemeClr val="tx2"/>
                </a:solidFill>
                <a:effectLst/>
                <a:latin typeface="inherit"/>
              </a:rPr>
              <a:t>Continuous Improvement</a:t>
            </a:r>
            <a:r>
              <a:rPr lang="en-US" sz="1200" b="0" i="0">
                <a:solidFill>
                  <a:srgbClr val="000000"/>
                </a:solidFill>
                <a:effectLst/>
                <a:latin typeface="inherit"/>
              </a:rPr>
              <a:t>: Monthly retrospectives and automation initiatives</a:t>
            </a:r>
            <a:endParaRPr lang="en-US" sz="1100" b="0" i="0">
              <a:solidFill>
                <a:srgbClr val="000000"/>
              </a:solidFill>
              <a:effectLst/>
              <a:latin typeface="Aptos" panose="020B0004020202020204" pitchFamily="34" charset="0"/>
            </a:endParaRPr>
          </a:p>
          <a:p>
            <a:pPr marL="171450" indent="-171450" algn="l">
              <a:buFont typeface="Arial" panose="020B0604020202020204" pitchFamily="34" charset="0"/>
              <a:buChar char="•"/>
            </a:pPr>
            <a:r>
              <a:rPr lang="en-US" sz="1200" b="1" i="0">
                <a:solidFill>
                  <a:schemeClr val="tx2"/>
                </a:solidFill>
                <a:effectLst/>
                <a:latin typeface="inherit"/>
              </a:rPr>
              <a:t>Change Management</a:t>
            </a:r>
            <a:r>
              <a:rPr lang="en-US" sz="1200" b="0" i="0">
                <a:solidFill>
                  <a:srgbClr val="000000"/>
                </a:solidFill>
                <a:effectLst/>
                <a:latin typeface="inherit"/>
              </a:rPr>
              <a:t>: Communication plans for legislative and system changes</a:t>
            </a:r>
            <a:endParaRPr lang="en-US" sz="1100" b="0" i="0">
              <a:solidFill>
                <a:srgbClr val="000000"/>
              </a:solidFill>
              <a:effectLst/>
              <a:latin typeface="Aptos" panose="020B0004020202020204" pitchFamily="34" charset="0"/>
            </a:endParaRPr>
          </a:p>
          <a:p>
            <a:pPr marL="171450" indent="-171450" algn="l">
              <a:buFont typeface="Arial" panose="020B0604020202020204" pitchFamily="34" charset="0"/>
              <a:buChar char="•"/>
            </a:pPr>
            <a:r>
              <a:rPr lang="en-US" sz="1200" b="1" i="0">
                <a:solidFill>
                  <a:schemeClr val="tx2"/>
                </a:solidFill>
                <a:effectLst/>
                <a:latin typeface="inherit"/>
              </a:rPr>
              <a:t>Innovation Projects</a:t>
            </a:r>
            <a:r>
              <a:rPr lang="en-US" sz="1200" b="0" i="0">
                <a:solidFill>
                  <a:srgbClr val="000000"/>
                </a:solidFill>
                <a:effectLst/>
                <a:latin typeface="inherit"/>
              </a:rPr>
              <a:t>: Employee self-service, AI-assisted query resolution</a:t>
            </a:r>
            <a:endParaRPr lang="en-US" sz="1100" b="0" i="0">
              <a:solidFill>
                <a:srgbClr val="000000"/>
              </a:solidFill>
              <a:effectLst/>
              <a:latin typeface="Aptos" panose="020B0004020202020204" pitchFamily="34" charset="0"/>
            </a:endParaRPr>
          </a:p>
          <a:p>
            <a:pPr marL="171450" indent="-171450" algn="l">
              <a:buFont typeface="Arial" panose="020B0604020202020204" pitchFamily="34" charset="0"/>
              <a:buChar char="•"/>
            </a:pPr>
            <a:r>
              <a:rPr lang="en-US" sz="1200" b="1" i="0">
                <a:solidFill>
                  <a:schemeClr val="tx2"/>
                </a:solidFill>
                <a:effectLst/>
                <a:latin typeface="inherit"/>
              </a:rPr>
              <a:t>Cost Transparency</a:t>
            </a:r>
            <a:r>
              <a:rPr lang="en-US" sz="1200" b="0" i="0">
                <a:solidFill>
                  <a:srgbClr val="000000"/>
                </a:solidFill>
                <a:effectLst/>
                <a:latin typeface="inherit"/>
              </a:rPr>
              <a:t>: Clear metrics on per payslip cost and efficiency gains</a:t>
            </a:r>
            <a:endParaRPr lang="en-US" sz="1100" b="0" i="0">
              <a:solidFill>
                <a:srgbClr val="000000"/>
              </a:solidFill>
              <a:effectLst/>
              <a:latin typeface="Aptos" panose="020B0004020202020204" pitchFamily="34" charset="0"/>
            </a:endParaRPr>
          </a:p>
        </p:txBody>
      </p:sp>
    </p:spTree>
    <p:extLst>
      <p:ext uri="{BB962C8B-B14F-4D97-AF65-F5344CB8AC3E}">
        <p14:creationId xmlns:p14="http://schemas.microsoft.com/office/powerpoint/2010/main" val="1191276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8F15C-F9A5-A0E8-23B0-936E77B24A46}"/>
              </a:ext>
            </a:extLst>
          </p:cNvPr>
          <p:cNvSpPr>
            <a:spLocks noGrp="1"/>
          </p:cNvSpPr>
          <p:nvPr>
            <p:ph type="title"/>
          </p:nvPr>
        </p:nvSpPr>
        <p:spPr/>
        <p:txBody>
          <a:bodyPr/>
          <a:lstStyle/>
          <a:p>
            <a:r>
              <a:rPr lang="en-AU"/>
              <a:t>Payroll as a Service - Operating Model</a:t>
            </a:r>
          </a:p>
        </p:txBody>
      </p:sp>
      <p:graphicFrame>
        <p:nvGraphicFramePr>
          <p:cNvPr id="6" name="Diagram 5">
            <a:extLst>
              <a:ext uri="{FF2B5EF4-FFF2-40B4-BE49-F238E27FC236}">
                <a16:creationId xmlns:a16="http://schemas.microsoft.com/office/drawing/2014/main" id="{91334DEC-CB3F-D563-9EAB-498E970974B8}"/>
              </a:ext>
            </a:extLst>
          </p:cNvPr>
          <p:cNvGraphicFramePr/>
          <p:nvPr>
            <p:extLst>
              <p:ext uri="{D42A27DB-BD31-4B8C-83A1-F6EECF244321}">
                <p14:modId xmlns:p14="http://schemas.microsoft.com/office/powerpoint/2010/main" val="4246450259"/>
              </p:ext>
            </p:extLst>
          </p:nvPr>
        </p:nvGraphicFramePr>
        <p:xfrm>
          <a:off x="1233376" y="893273"/>
          <a:ext cx="9725247" cy="57307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EF28EF11-16D7-297E-E155-D3E413211CD4}"/>
              </a:ext>
            </a:extLst>
          </p:cNvPr>
          <p:cNvSpPr txBox="1"/>
          <p:nvPr/>
        </p:nvSpPr>
        <p:spPr>
          <a:xfrm>
            <a:off x="6916206" y="911926"/>
            <a:ext cx="3525991" cy="570000"/>
          </a:xfrm>
          <a:prstGeom prst="rect">
            <a:avLst/>
          </a:prstGeom>
          <a:noFill/>
        </p:spPr>
        <p:txBody>
          <a:bodyPr wrap="square" lIns="72000" tIns="72000" rIns="72000" bIns="72000" rtlCol="0">
            <a:noAutofit/>
          </a:bodyPr>
          <a:lstStyle/>
          <a:p>
            <a:pPr>
              <a:buSzPct val="80000"/>
            </a:pPr>
            <a:r>
              <a:rPr lang="en-US" sz="1400" i="1"/>
              <a:t>Oversees payroll operations, client relationships, escalations, and compliance</a:t>
            </a:r>
            <a:endParaRPr lang="en-AU" sz="1400" i="1"/>
          </a:p>
        </p:txBody>
      </p:sp>
      <p:sp>
        <p:nvSpPr>
          <p:cNvPr id="8" name="TextBox 7">
            <a:extLst>
              <a:ext uri="{FF2B5EF4-FFF2-40B4-BE49-F238E27FC236}">
                <a16:creationId xmlns:a16="http://schemas.microsoft.com/office/drawing/2014/main" id="{1B8132DA-1C93-1517-2D0E-AC4D74DFE1F1}"/>
              </a:ext>
            </a:extLst>
          </p:cNvPr>
          <p:cNvSpPr txBox="1"/>
          <p:nvPr/>
        </p:nvSpPr>
        <p:spPr>
          <a:xfrm>
            <a:off x="9027358" y="3372293"/>
            <a:ext cx="2829679" cy="570000"/>
          </a:xfrm>
          <a:prstGeom prst="rect">
            <a:avLst/>
          </a:prstGeom>
          <a:noFill/>
        </p:spPr>
        <p:txBody>
          <a:bodyPr wrap="square" lIns="72000" tIns="72000" rIns="72000" bIns="72000" rtlCol="0">
            <a:noAutofit/>
          </a:bodyPr>
          <a:lstStyle/>
          <a:p>
            <a:pPr>
              <a:buSzPct val="80000"/>
            </a:pPr>
            <a:r>
              <a:rPr lang="en-US" sz="1400" i="1"/>
              <a:t>Process pay runs, leave, superannuation, PAYG, STP reporting</a:t>
            </a:r>
            <a:endParaRPr lang="en-AU" sz="1400" i="1"/>
          </a:p>
        </p:txBody>
      </p:sp>
      <p:sp>
        <p:nvSpPr>
          <p:cNvPr id="9" name="TextBox 8">
            <a:extLst>
              <a:ext uri="{FF2B5EF4-FFF2-40B4-BE49-F238E27FC236}">
                <a16:creationId xmlns:a16="http://schemas.microsoft.com/office/drawing/2014/main" id="{4AB8A4C0-013B-6ADB-A783-DFA400EF85B5}"/>
              </a:ext>
            </a:extLst>
          </p:cNvPr>
          <p:cNvSpPr txBox="1"/>
          <p:nvPr/>
        </p:nvSpPr>
        <p:spPr>
          <a:xfrm>
            <a:off x="8478009" y="4998146"/>
            <a:ext cx="2829679" cy="570000"/>
          </a:xfrm>
          <a:prstGeom prst="rect">
            <a:avLst/>
          </a:prstGeom>
          <a:noFill/>
        </p:spPr>
        <p:txBody>
          <a:bodyPr wrap="square" lIns="72000" tIns="72000" rIns="72000" bIns="72000" rtlCol="0">
            <a:noAutofit/>
          </a:bodyPr>
          <a:lstStyle/>
          <a:p>
            <a:pPr>
              <a:buSzPct val="80000"/>
            </a:pPr>
            <a:r>
              <a:rPr lang="en-US" sz="1400" i="1"/>
              <a:t>Ensures PAYG, super, and tax obligations are met correctly</a:t>
            </a:r>
            <a:endParaRPr lang="en-AU" sz="1400" i="1"/>
          </a:p>
        </p:txBody>
      </p:sp>
      <p:sp>
        <p:nvSpPr>
          <p:cNvPr id="10" name="TextBox 9">
            <a:extLst>
              <a:ext uri="{FF2B5EF4-FFF2-40B4-BE49-F238E27FC236}">
                <a16:creationId xmlns:a16="http://schemas.microsoft.com/office/drawing/2014/main" id="{B5FC540F-4F75-6E5D-D2B4-AA9680FD4788}"/>
              </a:ext>
            </a:extLst>
          </p:cNvPr>
          <p:cNvSpPr txBox="1"/>
          <p:nvPr/>
        </p:nvSpPr>
        <p:spPr>
          <a:xfrm>
            <a:off x="826111" y="4998146"/>
            <a:ext cx="2829679" cy="570000"/>
          </a:xfrm>
          <a:prstGeom prst="rect">
            <a:avLst/>
          </a:prstGeom>
          <a:noFill/>
        </p:spPr>
        <p:txBody>
          <a:bodyPr wrap="square" lIns="72000" tIns="72000" rIns="72000" bIns="72000" rtlCol="0">
            <a:noAutofit/>
          </a:bodyPr>
          <a:lstStyle/>
          <a:p>
            <a:pPr algn="r">
              <a:buSzPct val="80000"/>
            </a:pPr>
            <a:r>
              <a:rPr lang="en-US" sz="1400" i="1"/>
              <a:t>Maintains payroll software, integrations, and data accuracy</a:t>
            </a:r>
            <a:endParaRPr lang="en-AU" sz="1400" i="1"/>
          </a:p>
        </p:txBody>
      </p:sp>
      <p:sp>
        <p:nvSpPr>
          <p:cNvPr id="12" name="TextBox 11">
            <a:extLst>
              <a:ext uri="{FF2B5EF4-FFF2-40B4-BE49-F238E27FC236}">
                <a16:creationId xmlns:a16="http://schemas.microsoft.com/office/drawing/2014/main" id="{9BC1B095-82E8-6532-0CA4-314EF02A373B}"/>
              </a:ext>
            </a:extLst>
          </p:cNvPr>
          <p:cNvSpPr txBox="1"/>
          <p:nvPr/>
        </p:nvSpPr>
        <p:spPr>
          <a:xfrm>
            <a:off x="2615930" y="5997292"/>
            <a:ext cx="2829679" cy="570000"/>
          </a:xfrm>
          <a:prstGeom prst="rect">
            <a:avLst/>
          </a:prstGeom>
          <a:noFill/>
        </p:spPr>
        <p:txBody>
          <a:bodyPr wrap="square" lIns="72000" tIns="72000" rIns="72000" bIns="72000" rtlCol="0">
            <a:noAutofit/>
          </a:bodyPr>
          <a:lstStyle/>
          <a:p>
            <a:pPr algn="r">
              <a:buSzPct val="80000"/>
            </a:pPr>
            <a:r>
              <a:rPr lang="en-US" sz="1400" i="1"/>
              <a:t>Delivers payroll metrics, dashboards, and workforce analytics</a:t>
            </a:r>
            <a:endParaRPr lang="en-AU" sz="1400" i="1"/>
          </a:p>
        </p:txBody>
      </p:sp>
      <p:sp>
        <p:nvSpPr>
          <p:cNvPr id="13" name="TextBox 12">
            <a:extLst>
              <a:ext uri="{FF2B5EF4-FFF2-40B4-BE49-F238E27FC236}">
                <a16:creationId xmlns:a16="http://schemas.microsoft.com/office/drawing/2014/main" id="{FBEAEEB5-4F36-2853-3CF3-ED65D358E96F}"/>
              </a:ext>
            </a:extLst>
          </p:cNvPr>
          <p:cNvSpPr txBox="1"/>
          <p:nvPr/>
        </p:nvSpPr>
        <p:spPr>
          <a:xfrm>
            <a:off x="334964" y="3429000"/>
            <a:ext cx="2829679" cy="570000"/>
          </a:xfrm>
          <a:prstGeom prst="rect">
            <a:avLst/>
          </a:prstGeom>
          <a:noFill/>
        </p:spPr>
        <p:txBody>
          <a:bodyPr wrap="square" lIns="72000" tIns="72000" rIns="72000" bIns="72000" rtlCol="0">
            <a:noAutofit/>
          </a:bodyPr>
          <a:lstStyle/>
          <a:p>
            <a:pPr algn="r">
              <a:buSzPct val="80000"/>
            </a:pPr>
            <a:r>
              <a:rPr lang="en-US" sz="1400" i="1"/>
              <a:t>Leads new client setups, transitions, and system configurations</a:t>
            </a:r>
            <a:endParaRPr lang="en-AU" sz="1400" i="1"/>
          </a:p>
        </p:txBody>
      </p:sp>
      <p:sp>
        <p:nvSpPr>
          <p:cNvPr id="14" name="TextBox 13">
            <a:extLst>
              <a:ext uri="{FF2B5EF4-FFF2-40B4-BE49-F238E27FC236}">
                <a16:creationId xmlns:a16="http://schemas.microsoft.com/office/drawing/2014/main" id="{3B11DBBC-BFFC-7597-45CA-4D91C7AAFE25}"/>
              </a:ext>
            </a:extLst>
          </p:cNvPr>
          <p:cNvSpPr txBox="1"/>
          <p:nvPr/>
        </p:nvSpPr>
        <p:spPr>
          <a:xfrm>
            <a:off x="8478009" y="1967779"/>
            <a:ext cx="3525991" cy="570000"/>
          </a:xfrm>
          <a:prstGeom prst="rect">
            <a:avLst/>
          </a:prstGeom>
          <a:noFill/>
        </p:spPr>
        <p:txBody>
          <a:bodyPr wrap="square" lIns="72000" tIns="72000" rIns="72000" bIns="72000" rtlCol="0">
            <a:noAutofit/>
          </a:bodyPr>
          <a:lstStyle/>
          <a:p>
            <a:pPr>
              <a:buSzPct val="80000"/>
            </a:pPr>
            <a:r>
              <a:rPr lang="en-US" sz="1400" i="1"/>
              <a:t>Supports Tier 1 client or employee queries</a:t>
            </a:r>
            <a:endParaRPr lang="en-AU" sz="1400" i="1"/>
          </a:p>
        </p:txBody>
      </p:sp>
      <p:sp>
        <p:nvSpPr>
          <p:cNvPr id="15" name="TextBox 14">
            <a:extLst>
              <a:ext uri="{FF2B5EF4-FFF2-40B4-BE49-F238E27FC236}">
                <a16:creationId xmlns:a16="http://schemas.microsoft.com/office/drawing/2014/main" id="{7A43C659-26CC-07A1-237C-98CF1E85F2E7}"/>
              </a:ext>
            </a:extLst>
          </p:cNvPr>
          <p:cNvSpPr txBox="1"/>
          <p:nvPr/>
        </p:nvSpPr>
        <p:spPr>
          <a:xfrm>
            <a:off x="884313" y="1906500"/>
            <a:ext cx="2829679" cy="570000"/>
          </a:xfrm>
          <a:prstGeom prst="rect">
            <a:avLst/>
          </a:prstGeom>
          <a:noFill/>
        </p:spPr>
        <p:txBody>
          <a:bodyPr wrap="square" lIns="72000" tIns="72000" rIns="72000" bIns="72000" rtlCol="0">
            <a:noAutofit/>
          </a:bodyPr>
          <a:lstStyle/>
          <a:p>
            <a:pPr algn="r">
              <a:buSzPct val="80000"/>
            </a:pPr>
            <a:r>
              <a:rPr lang="en-US" sz="1400" i="1"/>
              <a:t>Manages onboarding, client queries, SLA tracking, and reporting</a:t>
            </a:r>
            <a:endParaRPr lang="en-AU" sz="1400" i="1"/>
          </a:p>
        </p:txBody>
      </p:sp>
    </p:spTree>
    <p:extLst>
      <p:ext uri="{BB962C8B-B14F-4D97-AF65-F5344CB8AC3E}">
        <p14:creationId xmlns:p14="http://schemas.microsoft.com/office/powerpoint/2010/main" val="445500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29416-66C6-B565-AA2D-037D9BEEAA17}"/>
              </a:ext>
            </a:extLst>
          </p:cNvPr>
          <p:cNvSpPr>
            <a:spLocks noGrp="1"/>
          </p:cNvSpPr>
          <p:nvPr>
            <p:ph type="title"/>
          </p:nvPr>
        </p:nvSpPr>
        <p:spPr/>
        <p:txBody>
          <a:bodyPr/>
          <a:lstStyle/>
          <a:p>
            <a:r>
              <a:rPr lang="en-AU"/>
              <a:t>Indicative Costing</a:t>
            </a:r>
          </a:p>
        </p:txBody>
      </p:sp>
      <p:sp>
        <p:nvSpPr>
          <p:cNvPr id="5" name="Text Placeholder 4">
            <a:extLst>
              <a:ext uri="{FF2B5EF4-FFF2-40B4-BE49-F238E27FC236}">
                <a16:creationId xmlns:a16="http://schemas.microsoft.com/office/drawing/2014/main" id="{E41D281A-D2D3-466A-6CBF-81893A8FCD9E}"/>
              </a:ext>
            </a:extLst>
          </p:cNvPr>
          <p:cNvSpPr>
            <a:spLocks noGrp="1"/>
          </p:cNvSpPr>
          <p:nvPr>
            <p:ph type="body" sz="quarter" idx="13"/>
          </p:nvPr>
        </p:nvSpPr>
        <p:spPr>
          <a:xfrm>
            <a:off x="334961" y="1592263"/>
            <a:ext cx="6774675" cy="4932362"/>
          </a:xfrm>
        </p:spPr>
        <p:txBody>
          <a:bodyPr/>
          <a:lstStyle/>
          <a:p>
            <a:r>
              <a:rPr lang="en-AU"/>
              <a:t>Per Payslip charging model - $19.99 - $29.99 depending on complexity of the payroll calculations</a:t>
            </a:r>
          </a:p>
          <a:p>
            <a:r>
              <a:rPr lang="en-AU"/>
              <a:t>Additional Services can include: </a:t>
            </a:r>
          </a:p>
          <a:p>
            <a:pPr lvl="1"/>
            <a:r>
              <a:rPr lang="en-AU"/>
              <a:t>Workday Payroll Configuration Health Check</a:t>
            </a:r>
          </a:p>
          <a:p>
            <a:pPr lvl="1"/>
            <a:r>
              <a:rPr lang="en-AU"/>
              <a:t>Payroll System Migration to Workday </a:t>
            </a:r>
          </a:p>
          <a:p>
            <a:pPr lvl="1"/>
            <a:r>
              <a:rPr lang="en-AU"/>
              <a:t>Remediation </a:t>
            </a:r>
          </a:p>
          <a:p>
            <a:pPr lvl="1"/>
            <a:r>
              <a:rPr lang="en-AU"/>
              <a:t>Integration &amp; Technology Support</a:t>
            </a:r>
          </a:p>
          <a:p>
            <a:endParaRPr lang="en-AU"/>
          </a:p>
        </p:txBody>
      </p:sp>
    </p:spTree>
    <p:extLst>
      <p:ext uri="{BB962C8B-B14F-4D97-AF65-F5344CB8AC3E}">
        <p14:creationId xmlns:p14="http://schemas.microsoft.com/office/powerpoint/2010/main" val="4118586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4362EB6-CD27-DB38-D666-B76B70A42FC0}"/>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F7EDAE09-83D5-6B60-2ABC-C7AAC155BA42}"/>
              </a:ext>
            </a:extLst>
          </p:cNvPr>
          <p:cNvSpPr/>
          <p:nvPr/>
        </p:nvSpPr>
        <p:spPr>
          <a:xfrm>
            <a:off x="5839330" y="1840453"/>
            <a:ext cx="3374032" cy="2825515"/>
          </a:xfrm>
          <a:prstGeom prst="roundRect">
            <a:avLst/>
          </a:prstGeom>
          <a:solidFill>
            <a:schemeClr val="bg1">
              <a:lumMod val="95000"/>
            </a:schemeClr>
          </a:solidFill>
          <a:ln w="190500">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algn="ctr">
              <a:buSzPct val="80000"/>
            </a:pPr>
            <a:endParaRPr lang="en-US" b="1">
              <a:solidFill>
                <a:schemeClr val="tx1"/>
              </a:solidFill>
            </a:endParaRPr>
          </a:p>
          <a:p>
            <a:pPr algn="ctr">
              <a:buSzPct val="80000"/>
            </a:pPr>
            <a:r>
              <a:rPr lang="en-US" sz="2400" b="1">
                <a:solidFill>
                  <a:schemeClr val="tx1"/>
                </a:solidFill>
              </a:rPr>
              <a:t>Payroll Team</a:t>
            </a:r>
            <a:endParaRPr lang="en-AU" i="1">
              <a:solidFill>
                <a:schemeClr val="tx2"/>
              </a:solidFill>
            </a:endParaRPr>
          </a:p>
        </p:txBody>
      </p:sp>
      <p:sp>
        <p:nvSpPr>
          <p:cNvPr id="2" name="Title 1">
            <a:extLst>
              <a:ext uri="{FF2B5EF4-FFF2-40B4-BE49-F238E27FC236}">
                <a16:creationId xmlns:a16="http://schemas.microsoft.com/office/drawing/2014/main" id="{36C37634-5389-68BD-5E85-0A71C1091730}"/>
              </a:ext>
            </a:extLst>
          </p:cNvPr>
          <p:cNvSpPr>
            <a:spLocks noGrp="1"/>
          </p:cNvSpPr>
          <p:nvPr>
            <p:ph type="title"/>
          </p:nvPr>
        </p:nvSpPr>
        <p:spPr/>
        <p:txBody>
          <a:bodyPr/>
          <a:lstStyle/>
          <a:p>
            <a:r>
              <a:rPr lang="en-US"/>
              <a:t>Common Client Payroll Landscape</a:t>
            </a:r>
            <a:endParaRPr lang="en-AU"/>
          </a:p>
        </p:txBody>
      </p:sp>
      <p:sp>
        <p:nvSpPr>
          <p:cNvPr id="4" name="Rectangle: Rounded Corners 3">
            <a:extLst>
              <a:ext uri="{FF2B5EF4-FFF2-40B4-BE49-F238E27FC236}">
                <a16:creationId xmlns:a16="http://schemas.microsoft.com/office/drawing/2014/main" id="{ABB24091-581F-4A37-C3F8-C979F3399564}"/>
              </a:ext>
            </a:extLst>
          </p:cNvPr>
          <p:cNvSpPr/>
          <p:nvPr/>
        </p:nvSpPr>
        <p:spPr>
          <a:xfrm>
            <a:off x="3231850" y="1732681"/>
            <a:ext cx="2093343" cy="1378674"/>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sz="1600" b="1">
                <a:solidFill>
                  <a:schemeClr val="tx1"/>
                </a:solidFill>
              </a:rPr>
              <a:t>People Functions</a:t>
            </a:r>
          </a:p>
          <a:p>
            <a:pPr marL="285750" indent="-285750">
              <a:buSzPct val="80000"/>
              <a:buFontTx/>
              <a:buChar char="-"/>
            </a:pPr>
            <a:r>
              <a:rPr lang="en-US" sz="1200">
                <a:solidFill>
                  <a:schemeClr val="tx1"/>
                </a:solidFill>
              </a:rPr>
              <a:t>HR Business Partner(s)</a:t>
            </a:r>
          </a:p>
          <a:p>
            <a:pPr marL="285750" indent="-285750">
              <a:buSzPct val="80000"/>
              <a:buFontTx/>
              <a:buChar char="-"/>
            </a:pPr>
            <a:r>
              <a:rPr lang="en-US" sz="1200">
                <a:solidFill>
                  <a:schemeClr val="tx1"/>
                </a:solidFill>
              </a:rPr>
              <a:t>IR/ER</a:t>
            </a:r>
          </a:p>
          <a:p>
            <a:pPr marL="285750" indent="-285750">
              <a:buSzPct val="80000"/>
              <a:buFontTx/>
              <a:buChar char="-"/>
            </a:pPr>
            <a:r>
              <a:rPr lang="en-US" sz="1200">
                <a:solidFill>
                  <a:schemeClr val="tx1"/>
                </a:solidFill>
              </a:rPr>
              <a:t>Remuneration &amp; Benefits</a:t>
            </a:r>
            <a:endParaRPr lang="en-AU" sz="1200">
              <a:solidFill>
                <a:schemeClr val="tx1"/>
              </a:solidFill>
            </a:endParaRPr>
          </a:p>
        </p:txBody>
      </p:sp>
      <p:sp>
        <p:nvSpPr>
          <p:cNvPr id="7" name="Rectangle: Rounded Corners 6">
            <a:extLst>
              <a:ext uri="{FF2B5EF4-FFF2-40B4-BE49-F238E27FC236}">
                <a16:creationId xmlns:a16="http://schemas.microsoft.com/office/drawing/2014/main" id="{A9C6B1F0-C058-536B-2F38-29697481277F}"/>
              </a:ext>
            </a:extLst>
          </p:cNvPr>
          <p:cNvSpPr/>
          <p:nvPr/>
        </p:nvSpPr>
        <p:spPr>
          <a:xfrm>
            <a:off x="6262576" y="3160553"/>
            <a:ext cx="2527540" cy="1181097"/>
          </a:xfrm>
          <a:prstGeom prst="roundRect">
            <a:avLst/>
          </a:prstGeom>
          <a:solidFill>
            <a:schemeClr val="bg1">
              <a:lumMod val="75000"/>
            </a:schemeClr>
          </a:solidFill>
          <a:ln w="139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b="1">
                <a:solidFill>
                  <a:schemeClr val="tx1"/>
                </a:solidFill>
              </a:rPr>
              <a:t>Payroll System</a:t>
            </a:r>
            <a:endParaRPr lang="en-AU" b="1">
              <a:solidFill>
                <a:schemeClr val="tx1"/>
              </a:solidFill>
            </a:endParaRPr>
          </a:p>
        </p:txBody>
      </p:sp>
      <p:sp>
        <p:nvSpPr>
          <p:cNvPr id="8" name="Rectangle: Rounded Corners 7">
            <a:extLst>
              <a:ext uri="{FF2B5EF4-FFF2-40B4-BE49-F238E27FC236}">
                <a16:creationId xmlns:a16="http://schemas.microsoft.com/office/drawing/2014/main" id="{AEAA0362-1092-8BA5-CC77-B500C63D53B5}"/>
              </a:ext>
            </a:extLst>
          </p:cNvPr>
          <p:cNvSpPr/>
          <p:nvPr/>
        </p:nvSpPr>
        <p:spPr>
          <a:xfrm>
            <a:off x="9727499" y="3504869"/>
            <a:ext cx="2093343" cy="573833"/>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sz="1600">
                <a:solidFill>
                  <a:schemeClr val="tx1"/>
                </a:solidFill>
              </a:rPr>
              <a:t>WP / T&amp;A System</a:t>
            </a:r>
            <a:endParaRPr lang="en-AU" sz="1600">
              <a:solidFill>
                <a:schemeClr val="tx1"/>
              </a:solidFill>
            </a:endParaRPr>
          </a:p>
        </p:txBody>
      </p:sp>
      <p:sp>
        <p:nvSpPr>
          <p:cNvPr id="10" name="Rectangle: Rounded Corners 9">
            <a:extLst>
              <a:ext uri="{FF2B5EF4-FFF2-40B4-BE49-F238E27FC236}">
                <a16:creationId xmlns:a16="http://schemas.microsoft.com/office/drawing/2014/main" id="{099BADD1-6D39-D899-A794-66FF80E481DC}"/>
              </a:ext>
            </a:extLst>
          </p:cNvPr>
          <p:cNvSpPr/>
          <p:nvPr/>
        </p:nvSpPr>
        <p:spPr>
          <a:xfrm>
            <a:off x="4368488" y="5228104"/>
            <a:ext cx="2093343" cy="573832"/>
          </a:xfrm>
          <a:prstGeom prst="roundRect">
            <a:avLst/>
          </a:prstGeom>
          <a:solidFill>
            <a:schemeClr val="tx1">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sz="1600" b="1">
                <a:solidFill>
                  <a:schemeClr val="tx1"/>
                </a:solidFill>
              </a:rPr>
              <a:t>IT </a:t>
            </a:r>
          </a:p>
          <a:p>
            <a:pPr algn="ctr">
              <a:buSzPct val="80000"/>
            </a:pPr>
            <a:r>
              <a:rPr lang="en-US" sz="1400" i="1">
                <a:solidFill>
                  <a:schemeClr val="tx1"/>
                </a:solidFill>
              </a:rPr>
              <a:t>(Support &amp; Governance)</a:t>
            </a:r>
            <a:endParaRPr lang="en-AU" sz="1400" i="1">
              <a:solidFill>
                <a:schemeClr val="tx1"/>
              </a:solidFill>
            </a:endParaRPr>
          </a:p>
        </p:txBody>
      </p:sp>
      <p:sp>
        <p:nvSpPr>
          <p:cNvPr id="11" name="Rectangle: Rounded Corners 10">
            <a:extLst>
              <a:ext uri="{FF2B5EF4-FFF2-40B4-BE49-F238E27FC236}">
                <a16:creationId xmlns:a16="http://schemas.microsoft.com/office/drawing/2014/main" id="{1B130F52-49FC-A14B-10E2-2A1677EB6AC0}"/>
              </a:ext>
            </a:extLst>
          </p:cNvPr>
          <p:cNvSpPr/>
          <p:nvPr/>
        </p:nvSpPr>
        <p:spPr>
          <a:xfrm>
            <a:off x="3231850" y="3505737"/>
            <a:ext cx="2093343" cy="573833"/>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sz="1600">
                <a:solidFill>
                  <a:schemeClr val="tx1"/>
                </a:solidFill>
              </a:rPr>
              <a:t>HR System</a:t>
            </a:r>
            <a:endParaRPr lang="en-AU" sz="1600">
              <a:solidFill>
                <a:schemeClr val="tx1"/>
              </a:solidFill>
            </a:endParaRPr>
          </a:p>
        </p:txBody>
      </p:sp>
      <p:sp>
        <p:nvSpPr>
          <p:cNvPr id="3" name="Rectangle: Rounded Corners 2">
            <a:extLst>
              <a:ext uri="{FF2B5EF4-FFF2-40B4-BE49-F238E27FC236}">
                <a16:creationId xmlns:a16="http://schemas.microsoft.com/office/drawing/2014/main" id="{7F97EEB1-3AF3-64C8-8B8D-4C3341398080}"/>
              </a:ext>
            </a:extLst>
          </p:cNvPr>
          <p:cNvSpPr/>
          <p:nvPr/>
        </p:nvSpPr>
        <p:spPr>
          <a:xfrm>
            <a:off x="9727499" y="2546566"/>
            <a:ext cx="2093343" cy="573833"/>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sz="1600" b="1">
                <a:solidFill>
                  <a:schemeClr val="tx1"/>
                </a:solidFill>
              </a:rPr>
              <a:t>Operations</a:t>
            </a:r>
            <a:endParaRPr lang="en-AU" sz="1600" b="1" i="1">
              <a:solidFill>
                <a:schemeClr val="tx1"/>
              </a:solidFill>
            </a:endParaRPr>
          </a:p>
        </p:txBody>
      </p:sp>
      <p:sp>
        <p:nvSpPr>
          <p:cNvPr id="12" name="Rectangle: Rounded Corners 11">
            <a:extLst>
              <a:ext uri="{FF2B5EF4-FFF2-40B4-BE49-F238E27FC236}">
                <a16:creationId xmlns:a16="http://schemas.microsoft.com/office/drawing/2014/main" id="{6B4B37CE-129B-83AF-32ED-7B2A1678C623}"/>
              </a:ext>
            </a:extLst>
          </p:cNvPr>
          <p:cNvSpPr/>
          <p:nvPr/>
        </p:nvSpPr>
        <p:spPr>
          <a:xfrm>
            <a:off x="8783375" y="5198427"/>
            <a:ext cx="2093343" cy="573832"/>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buSzPct val="80000"/>
            </a:pPr>
            <a:r>
              <a:rPr lang="en-US" sz="1600">
                <a:solidFill>
                  <a:schemeClr val="tx1"/>
                </a:solidFill>
              </a:rPr>
              <a:t>Finance / Banking / </a:t>
            </a:r>
          </a:p>
          <a:p>
            <a:pPr algn="ctr">
              <a:buSzPct val="80000"/>
            </a:pPr>
            <a:r>
              <a:rPr lang="en-US" sz="1600">
                <a:solidFill>
                  <a:schemeClr val="tx1"/>
                </a:solidFill>
              </a:rPr>
              <a:t>3</a:t>
            </a:r>
            <a:r>
              <a:rPr lang="en-US" sz="1600" baseline="30000">
                <a:solidFill>
                  <a:schemeClr val="tx1"/>
                </a:solidFill>
              </a:rPr>
              <a:t>rd</a:t>
            </a:r>
            <a:r>
              <a:rPr lang="en-US" sz="1600">
                <a:solidFill>
                  <a:schemeClr val="tx1"/>
                </a:solidFill>
              </a:rPr>
              <a:t> Party payments</a:t>
            </a:r>
            <a:endParaRPr lang="en-AU" sz="1600" i="1">
              <a:solidFill>
                <a:schemeClr val="tx1"/>
              </a:solidFill>
            </a:endParaRPr>
          </a:p>
        </p:txBody>
      </p:sp>
      <p:sp>
        <p:nvSpPr>
          <p:cNvPr id="13" name="Arrow: Right 12">
            <a:extLst>
              <a:ext uri="{FF2B5EF4-FFF2-40B4-BE49-F238E27FC236}">
                <a16:creationId xmlns:a16="http://schemas.microsoft.com/office/drawing/2014/main" id="{E6BDA6FB-4989-1C29-75F7-B1E310F5D604}"/>
              </a:ext>
            </a:extLst>
          </p:cNvPr>
          <p:cNvSpPr/>
          <p:nvPr/>
        </p:nvSpPr>
        <p:spPr>
          <a:xfrm rot="5400000">
            <a:off x="10578060" y="3175024"/>
            <a:ext cx="392220" cy="281796"/>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17" name="Arrow: Right 16">
            <a:extLst>
              <a:ext uri="{FF2B5EF4-FFF2-40B4-BE49-F238E27FC236}">
                <a16:creationId xmlns:a16="http://schemas.microsoft.com/office/drawing/2014/main" id="{A7B4ED62-6A2C-F305-47B6-B52B6F7A801C}"/>
              </a:ext>
            </a:extLst>
          </p:cNvPr>
          <p:cNvSpPr/>
          <p:nvPr/>
        </p:nvSpPr>
        <p:spPr>
          <a:xfrm rot="10800000">
            <a:off x="8713694" y="3645382"/>
            <a:ext cx="1292056" cy="281796"/>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30" name="Rectangle 29">
            <a:extLst>
              <a:ext uri="{FF2B5EF4-FFF2-40B4-BE49-F238E27FC236}">
                <a16:creationId xmlns:a16="http://schemas.microsoft.com/office/drawing/2014/main" id="{EFD8C5ED-2214-2D78-ABEE-165A656B0723}"/>
              </a:ext>
            </a:extLst>
          </p:cNvPr>
          <p:cNvSpPr/>
          <p:nvPr/>
        </p:nvSpPr>
        <p:spPr>
          <a:xfrm rot="10800000">
            <a:off x="7809288" y="4413250"/>
            <a:ext cx="125591" cy="114896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32" name="Arrow: Right 31">
            <a:extLst>
              <a:ext uri="{FF2B5EF4-FFF2-40B4-BE49-F238E27FC236}">
                <a16:creationId xmlns:a16="http://schemas.microsoft.com/office/drawing/2014/main" id="{C27493B4-2445-8DF2-417E-3E01F7BEFCCB}"/>
              </a:ext>
            </a:extLst>
          </p:cNvPr>
          <p:cNvSpPr/>
          <p:nvPr/>
        </p:nvSpPr>
        <p:spPr>
          <a:xfrm>
            <a:off x="7812676" y="5344445"/>
            <a:ext cx="970736" cy="281796"/>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33" name="Rectangle 32">
            <a:extLst>
              <a:ext uri="{FF2B5EF4-FFF2-40B4-BE49-F238E27FC236}">
                <a16:creationId xmlns:a16="http://schemas.microsoft.com/office/drawing/2014/main" id="{97D95CEA-A84B-0B20-FA4A-D44B75AAD863}"/>
              </a:ext>
            </a:extLst>
          </p:cNvPr>
          <p:cNvSpPr/>
          <p:nvPr/>
        </p:nvSpPr>
        <p:spPr>
          <a:xfrm rot="16200000">
            <a:off x="6696209" y="5173625"/>
            <a:ext cx="154677" cy="623433"/>
          </a:xfrm>
          <a:prstGeom prst="rect">
            <a:avLst/>
          </a:prstGeom>
          <a:solidFill>
            <a:schemeClr val="tx1">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34" name="Arrow: Right 33">
            <a:extLst>
              <a:ext uri="{FF2B5EF4-FFF2-40B4-BE49-F238E27FC236}">
                <a16:creationId xmlns:a16="http://schemas.microsoft.com/office/drawing/2014/main" id="{2B122AE4-4472-65BA-1CE5-D5C9A483E6BA}"/>
              </a:ext>
            </a:extLst>
          </p:cNvPr>
          <p:cNvSpPr/>
          <p:nvPr/>
        </p:nvSpPr>
        <p:spPr>
          <a:xfrm rot="16200000">
            <a:off x="6669842" y="5025053"/>
            <a:ext cx="793456" cy="281796"/>
          </a:xfrm>
          <a:prstGeom prst="rightArrow">
            <a:avLst/>
          </a:prstGeom>
          <a:solidFill>
            <a:schemeClr val="tx1">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bg1"/>
              </a:solidFill>
            </a:endParaRPr>
          </a:p>
        </p:txBody>
      </p:sp>
      <p:sp>
        <p:nvSpPr>
          <p:cNvPr id="36" name="Arrow: Right 35">
            <a:extLst>
              <a:ext uri="{FF2B5EF4-FFF2-40B4-BE49-F238E27FC236}">
                <a16:creationId xmlns:a16="http://schemas.microsoft.com/office/drawing/2014/main" id="{1F3AEF42-0736-6EDC-91A6-D3D552072B41}"/>
              </a:ext>
            </a:extLst>
          </p:cNvPr>
          <p:cNvSpPr/>
          <p:nvPr/>
        </p:nvSpPr>
        <p:spPr>
          <a:xfrm rot="16200000" flipH="1">
            <a:off x="4068844" y="3171443"/>
            <a:ext cx="385056" cy="281796"/>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40" name="Arrow: Right 39">
            <a:extLst>
              <a:ext uri="{FF2B5EF4-FFF2-40B4-BE49-F238E27FC236}">
                <a16:creationId xmlns:a16="http://schemas.microsoft.com/office/drawing/2014/main" id="{E9C96BE0-9AE9-217A-E37F-006206973564}"/>
              </a:ext>
            </a:extLst>
          </p:cNvPr>
          <p:cNvSpPr/>
          <p:nvPr/>
        </p:nvSpPr>
        <p:spPr>
          <a:xfrm rot="10800000" flipH="1">
            <a:off x="5322035" y="3649462"/>
            <a:ext cx="1015265" cy="281796"/>
          </a:xfrm>
          <a:prstGeom prst="rightArrow">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48" name="Arrow: Right 47">
            <a:extLst>
              <a:ext uri="{FF2B5EF4-FFF2-40B4-BE49-F238E27FC236}">
                <a16:creationId xmlns:a16="http://schemas.microsoft.com/office/drawing/2014/main" id="{5775639F-E60E-EFB2-934D-77E5F03372ED}"/>
              </a:ext>
            </a:extLst>
          </p:cNvPr>
          <p:cNvSpPr/>
          <p:nvPr/>
        </p:nvSpPr>
        <p:spPr>
          <a:xfrm rot="10800000" flipH="1">
            <a:off x="5325193" y="2277737"/>
            <a:ext cx="412219" cy="281796"/>
          </a:xfrm>
          <a:prstGeom prst="rightArrow">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53" name="Arrow: Right 52">
            <a:extLst>
              <a:ext uri="{FF2B5EF4-FFF2-40B4-BE49-F238E27FC236}">
                <a16:creationId xmlns:a16="http://schemas.microsoft.com/office/drawing/2014/main" id="{3D59746F-915E-E3B9-861E-6A16631785B4}"/>
              </a:ext>
            </a:extLst>
          </p:cNvPr>
          <p:cNvSpPr/>
          <p:nvPr/>
        </p:nvSpPr>
        <p:spPr>
          <a:xfrm rot="10800000">
            <a:off x="9213361" y="2699854"/>
            <a:ext cx="514137" cy="281796"/>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t"/>
          <a:lstStyle/>
          <a:p>
            <a:pPr marL="285750" indent="-285750" algn="l">
              <a:buSzPct val="80000"/>
              <a:buFontTx/>
              <a:buBlip>
                <a:blip r:embed="rId2">
                  <a:extLst>
                    <a:ext uri="{96DAC541-7B7A-43D3-8B79-37D633B846F1}">
                      <asvg:svgBlip xmlns:asvg="http://schemas.microsoft.com/office/drawing/2016/SVG/main" r:embed="rId3"/>
                    </a:ext>
                  </a:extLst>
                </a:blip>
              </a:buBlip>
            </a:pPr>
            <a:endParaRPr lang="en-AU" sz="1800">
              <a:solidFill>
                <a:schemeClr val="tx1"/>
              </a:solidFill>
            </a:endParaRPr>
          </a:p>
        </p:txBody>
      </p:sp>
      <p:sp>
        <p:nvSpPr>
          <p:cNvPr id="54" name="TextBox 53">
            <a:extLst>
              <a:ext uri="{FF2B5EF4-FFF2-40B4-BE49-F238E27FC236}">
                <a16:creationId xmlns:a16="http://schemas.microsoft.com/office/drawing/2014/main" id="{3DD0DB8B-14E0-BC1A-10ED-425219704FC5}"/>
              </a:ext>
            </a:extLst>
          </p:cNvPr>
          <p:cNvSpPr txBox="1"/>
          <p:nvPr/>
        </p:nvSpPr>
        <p:spPr>
          <a:xfrm>
            <a:off x="243890" y="1389155"/>
            <a:ext cx="2704688" cy="4428565"/>
          </a:xfrm>
          <a:prstGeom prst="rect">
            <a:avLst/>
          </a:prstGeom>
          <a:noFill/>
        </p:spPr>
        <p:txBody>
          <a:bodyPr wrap="square" lIns="72000" tIns="72000" rIns="72000" bIns="72000" rtlCol="0">
            <a:noAutofit/>
          </a:bodyPr>
          <a:lstStyle/>
          <a:p>
            <a:pPr algn="l">
              <a:buSzPct val="80000"/>
            </a:pPr>
            <a:r>
              <a:rPr lang="en-AU" sz="1400"/>
              <a:t>A common internal payroll landscape includes all payroll resources being inhouse and managed by the customer.</a:t>
            </a:r>
          </a:p>
          <a:p>
            <a:pPr algn="l">
              <a:buSzPct val="80000"/>
            </a:pPr>
            <a:endParaRPr lang="en-AU" sz="1400"/>
          </a:p>
          <a:p>
            <a:pPr algn="l">
              <a:buSzPct val="80000"/>
            </a:pPr>
            <a:r>
              <a:rPr lang="en-AU" sz="1400"/>
              <a:t>The Payroll team can include:</a:t>
            </a:r>
          </a:p>
          <a:p>
            <a:pPr marL="285750" indent="-285750" algn="l">
              <a:buSzPct val="80000"/>
              <a:buFont typeface="Arial" panose="020B0604020202020204" pitchFamily="34" charset="0"/>
              <a:buChar char="•"/>
            </a:pPr>
            <a:r>
              <a:rPr lang="en-AU" sz="1400"/>
              <a:t>Payroll Manager</a:t>
            </a:r>
          </a:p>
          <a:p>
            <a:pPr marL="285750" indent="-285750" algn="l">
              <a:buSzPct val="80000"/>
              <a:buFont typeface="Arial" panose="020B0604020202020204" pitchFamily="34" charset="0"/>
              <a:buChar char="•"/>
            </a:pPr>
            <a:r>
              <a:rPr lang="en-AU" sz="1400"/>
              <a:t>Team Leaders</a:t>
            </a:r>
          </a:p>
          <a:p>
            <a:pPr marL="285750" indent="-285750" algn="l">
              <a:buSzPct val="80000"/>
              <a:buFont typeface="Arial" panose="020B0604020202020204" pitchFamily="34" charset="0"/>
              <a:buChar char="•"/>
            </a:pPr>
            <a:r>
              <a:rPr lang="en-AU" sz="1400"/>
              <a:t>Payroll Officers</a:t>
            </a:r>
          </a:p>
          <a:p>
            <a:pPr marL="285750" indent="-285750" algn="l">
              <a:buSzPct val="80000"/>
              <a:buFont typeface="Arial" panose="020B0604020202020204" pitchFamily="34" charset="0"/>
              <a:buChar char="•"/>
            </a:pPr>
            <a:r>
              <a:rPr lang="en-AU" sz="1400"/>
              <a:t>Payroll System Administrators</a:t>
            </a:r>
          </a:p>
          <a:p>
            <a:pPr marL="285750" indent="-285750" algn="l">
              <a:buSzPct val="80000"/>
              <a:buFont typeface="Arial" panose="020B0604020202020204" pitchFamily="34" charset="0"/>
              <a:buChar char="•"/>
            </a:pPr>
            <a:r>
              <a:rPr lang="en-AU" sz="1400"/>
              <a:t>Payroll Accountant</a:t>
            </a:r>
          </a:p>
          <a:p>
            <a:pPr marL="285750" indent="-285750" algn="l">
              <a:buSzPct val="80000"/>
              <a:buFont typeface="Arial" panose="020B0604020202020204" pitchFamily="34" charset="0"/>
              <a:buChar char="•"/>
            </a:pPr>
            <a:endParaRPr lang="en-AU" sz="1400"/>
          </a:p>
          <a:p>
            <a:pPr algn="l">
              <a:buSzPct val="80000"/>
            </a:pPr>
            <a:r>
              <a:rPr lang="en-AU" sz="1400"/>
              <a:t>Additionally supporting the payroll services are the following teams:</a:t>
            </a:r>
          </a:p>
          <a:p>
            <a:pPr marL="285750" indent="-285750" algn="l">
              <a:buSzPct val="80000"/>
              <a:buFont typeface="Arial" panose="020B0604020202020204" pitchFamily="34" charset="0"/>
              <a:buChar char="•"/>
            </a:pPr>
            <a:r>
              <a:rPr lang="en-AU" sz="1400"/>
              <a:t>Internal IT Support &amp; Governance</a:t>
            </a:r>
          </a:p>
          <a:p>
            <a:pPr marL="285750" indent="-285750" algn="l">
              <a:buSzPct val="80000"/>
              <a:buFont typeface="Arial" panose="020B0604020202020204" pitchFamily="34" charset="0"/>
              <a:buChar char="•"/>
            </a:pPr>
            <a:r>
              <a:rPr lang="en-AU" sz="1400"/>
              <a:t>Vendor AMS</a:t>
            </a:r>
          </a:p>
          <a:p>
            <a:pPr algn="l">
              <a:buSzPct val="80000"/>
            </a:pPr>
            <a:endParaRPr lang="en-AU" sz="1400"/>
          </a:p>
        </p:txBody>
      </p:sp>
      <p:sp>
        <p:nvSpPr>
          <p:cNvPr id="55" name="TextBox 54">
            <a:extLst>
              <a:ext uri="{FF2B5EF4-FFF2-40B4-BE49-F238E27FC236}">
                <a16:creationId xmlns:a16="http://schemas.microsoft.com/office/drawing/2014/main" id="{A765AAE7-C525-02B4-4310-68BC31A46A31}"/>
              </a:ext>
            </a:extLst>
          </p:cNvPr>
          <p:cNvSpPr txBox="1"/>
          <p:nvPr/>
        </p:nvSpPr>
        <p:spPr>
          <a:xfrm>
            <a:off x="6668084" y="4150898"/>
            <a:ext cx="1262750" cy="405038"/>
          </a:xfrm>
          <a:prstGeom prst="rect">
            <a:avLst/>
          </a:prstGeom>
          <a:noFill/>
        </p:spPr>
        <p:txBody>
          <a:bodyPr wrap="none" lIns="72000" tIns="72000" rIns="72000" bIns="72000" rtlCol="0">
            <a:noAutofit/>
          </a:bodyPr>
          <a:lstStyle/>
          <a:p>
            <a:pPr algn="l">
              <a:buSzPct val="80000"/>
            </a:pPr>
            <a:r>
              <a:rPr lang="en-AU" sz="1400">
                <a:solidFill>
                  <a:schemeClr val="bg1"/>
                </a:solidFill>
              </a:rPr>
              <a:t>IT Support</a:t>
            </a:r>
          </a:p>
        </p:txBody>
      </p:sp>
      <p:sp>
        <p:nvSpPr>
          <p:cNvPr id="56" name="TextBox 55">
            <a:extLst>
              <a:ext uri="{FF2B5EF4-FFF2-40B4-BE49-F238E27FC236}">
                <a16:creationId xmlns:a16="http://schemas.microsoft.com/office/drawing/2014/main" id="{16BCC847-03D5-4D7C-DF9D-A714EBC0AB30}"/>
              </a:ext>
            </a:extLst>
          </p:cNvPr>
          <p:cNvSpPr txBox="1"/>
          <p:nvPr/>
        </p:nvSpPr>
        <p:spPr>
          <a:xfrm>
            <a:off x="6745103" y="2981946"/>
            <a:ext cx="2629326" cy="405038"/>
          </a:xfrm>
          <a:prstGeom prst="rect">
            <a:avLst/>
          </a:prstGeom>
          <a:noFill/>
        </p:spPr>
        <p:txBody>
          <a:bodyPr wrap="none" lIns="72000" tIns="72000" rIns="72000" bIns="72000" rtlCol="0">
            <a:noAutofit/>
          </a:bodyPr>
          <a:lstStyle/>
          <a:p>
            <a:pPr algn="l">
              <a:buSzPct val="80000"/>
            </a:pPr>
            <a:r>
              <a:rPr lang="en-AU" sz="1400">
                <a:solidFill>
                  <a:schemeClr val="bg1"/>
                </a:solidFill>
              </a:rPr>
              <a:t>Payroll Vendor AMS</a:t>
            </a:r>
          </a:p>
        </p:txBody>
      </p:sp>
    </p:spTree>
    <p:extLst>
      <p:ext uri="{BB962C8B-B14F-4D97-AF65-F5344CB8AC3E}">
        <p14:creationId xmlns:p14="http://schemas.microsoft.com/office/powerpoint/2010/main" val="41556253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03&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4&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png"/></Relationships>
</file>

<file path=ppt/theme/theme1.xml><?xml version="1.0" encoding="utf-8"?>
<a:theme xmlns:a="http://schemas.openxmlformats.org/drawingml/2006/main" name="Mivada Titles">
  <a:themeElements>
    <a:clrScheme name="Mivada Palette">
      <a:dk1>
        <a:srgbClr val="071620"/>
      </a:dk1>
      <a:lt1>
        <a:srgbClr val="FFFFFF"/>
      </a:lt1>
      <a:dk2>
        <a:srgbClr val="EA5454"/>
      </a:dk2>
      <a:lt2>
        <a:srgbClr val="F0E5E0"/>
      </a:lt2>
      <a:accent1>
        <a:srgbClr val="8C6BFC"/>
      </a:accent1>
      <a:accent2>
        <a:srgbClr val="603FD0"/>
      </a:accent2>
      <a:accent3>
        <a:srgbClr val="3B2C69"/>
      </a:accent3>
      <a:accent4>
        <a:srgbClr val="E33B2C"/>
      </a:accent4>
      <a:accent5>
        <a:srgbClr val="EDB923"/>
      </a:accent5>
      <a:accent6>
        <a:srgbClr val="55B551"/>
      </a:accent6>
      <a:hlink>
        <a:srgbClr val="071620"/>
      </a:hlink>
      <a:folHlink>
        <a:srgbClr val="FF9D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vada Template" id="{19C2EAF4-B44D-4782-8695-4082D228DFE2}" vid="{77660ED2-E32C-413B-A92D-9ED5AFB6893D}"/>
    </a:ext>
  </a:extLst>
</a:theme>
</file>

<file path=ppt/theme/theme2.xml><?xml version="1.0" encoding="utf-8"?>
<a:theme xmlns:a="http://schemas.openxmlformats.org/drawingml/2006/main" name="Mivada Content">
  <a:themeElements>
    <a:clrScheme name="Mivada Colours">
      <a:dk1>
        <a:srgbClr val="071620"/>
      </a:dk1>
      <a:lt1>
        <a:srgbClr val="FFFFFF"/>
      </a:lt1>
      <a:dk2>
        <a:srgbClr val="EA5454"/>
      </a:dk2>
      <a:lt2>
        <a:srgbClr val="F0E5E0"/>
      </a:lt2>
      <a:accent1>
        <a:srgbClr val="8C6BFC"/>
      </a:accent1>
      <a:accent2>
        <a:srgbClr val="603FD0"/>
      </a:accent2>
      <a:accent3>
        <a:srgbClr val="3B2C69"/>
      </a:accent3>
      <a:accent4>
        <a:srgbClr val="E33B2C"/>
      </a:accent4>
      <a:accent5>
        <a:srgbClr val="EDB923"/>
      </a:accent5>
      <a:accent6>
        <a:srgbClr val="55B551"/>
      </a:accent6>
      <a:hlink>
        <a:srgbClr val="071620"/>
      </a:hlink>
      <a:folHlink>
        <a:srgbClr val="FF9D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lIns="72000" tIns="72000" rIns="72000" bIns="72000" rtlCol="0" anchor="t"/>
      <a:lstStyle>
        <a:defPPr marL="285750" indent="-285750" algn="l">
          <a:buSzPct val="80000"/>
          <a:buFontTx/>
          <a:buBlip>
            <a:blip xmlns:r="http://schemas.openxmlformats.org/officeDocument/2006/relationships" r:embed="rId1">
              <a:extLst>
                <a:ext uri="{96DAC541-7B7A-43D3-8B79-37D633B846F1}">
                  <asvg:svgBlip xmlns:asvg="http://schemas.microsoft.com/office/drawing/2016/SVG/main" r:embed="rId2"/>
                </a:ext>
              </a:extLst>
            </a:blip>
          </a:buBlip>
          <a:defRPr sz="18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72000" tIns="72000" rIns="72000" bIns="72000" rtlCol="0">
        <a:noAutofit/>
      </a:bodyPr>
      <a:lstStyle>
        <a:defPPr marL="285750" indent="-285750" algn="l">
          <a:buSzPct val="80000"/>
          <a:buFontTx/>
          <a:buBlip>
            <a:blip xmlns:r="http://schemas.openxmlformats.org/officeDocument/2006/relationships" r:embed="rId1">
              <a:extLst>
                <a:ext uri="{96DAC541-7B7A-43D3-8B79-37D633B846F1}">
                  <asvg:svgBlip xmlns:asvg="http://schemas.microsoft.com/office/drawing/2016/SVG/main" r:embed="rId2"/>
                </a:ext>
              </a:extLst>
            </a:blip>
          </a:buBlip>
          <a:defRPr sz="1800" dirty="0" smtClean="0"/>
        </a:defPPr>
      </a:lstStyle>
    </a:txDef>
  </a:objectDefaults>
  <a:extraClrSchemeLst/>
  <a:extLst>
    <a:ext uri="{05A4C25C-085E-4340-85A3-A5531E510DB2}">
      <thm15:themeFamily xmlns:thm15="http://schemas.microsoft.com/office/thememl/2012/main" name="Mivada Template" id="{19C2EAF4-B44D-4782-8695-4082D228DFE2}" vid="{475D78A3-2504-4736-8B8D-406A5F1DD9B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EFCDEBEBFBA324295BF8866A437058A" ma:contentTypeVersion="20" ma:contentTypeDescription="Create a new document." ma:contentTypeScope="" ma:versionID="1238663166f571d2ca85b57c14399d86">
  <xsd:schema xmlns:xsd="http://www.w3.org/2001/XMLSchema" xmlns:xs="http://www.w3.org/2001/XMLSchema" xmlns:p="http://schemas.microsoft.com/office/2006/metadata/properties" xmlns:ns1="http://schemas.microsoft.com/sharepoint/v3" xmlns:ns2="43270e51-e4a7-49da-938b-a9f2b7f6253d" xmlns:ns3="47b213f2-7618-4961-bda0-cd3a4c06964b" targetNamespace="http://schemas.microsoft.com/office/2006/metadata/properties" ma:root="true" ma:fieldsID="664abf017d7bbe25600d976bd204e265" ns1:_="" ns2:_="" ns3:_="">
    <xsd:import namespace="http://schemas.microsoft.com/sharepoint/v3"/>
    <xsd:import namespace="43270e51-e4a7-49da-938b-a9f2b7f6253d"/>
    <xsd:import namespace="47b213f2-7618-4961-bda0-cd3a4c06964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DateTaken" minOccurs="0"/>
                <xsd:element ref="ns2:MediaLengthInSeconds" minOccurs="0"/>
                <xsd:element ref="ns2:MediaServiceLocation" minOccurs="0"/>
                <xsd:element ref="ns2:MediaServiceSearchProperties" minOccurs="0"/>
                <xsd:element ref="ns1:_ip_UnifiedCompliancePolicyProperties" minOccurs="0"/>
                <xsd:element ref="ns1:_ip_UnifiedCompliancePolicyUIAction" minOccurs="0"/>
                <xsd:element ref="ns2:DocType" minOccurs="0"/>
                <xsd:element ref="ns2:ProductFamil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3270e51-e4a7-49da-938b-a9f2b7f625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d0536a55-c0a6-49fe-b9a1-41f61f1132a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DocType" ma:index="25" nillable="true" ma:displayName="Doc Type" ma:description="Core Classification" ma:format="Dropdown" ma:internalName="DocType">
      <xsd:simpleType>
        <xsd:restriction base="dms:Choice">
          <xsd:enumeration value="RFP"/>
          <xsd:enumeration value="Template"/>
          <xsd:enumeration value="Snippet"/>
          <xsd:enumeration value="Clause"/>
          <xsd:enumeration value="Case Study"/>
          <xsd:enumeration value="Policy"/>
          <xsd:enumeration value="Pricing Table"/>
          <xsd:enumeration value="Submission Sheet"/>
        </xsd:restriction>
      </xsd:simpleType>
    </xsd:element>
    <xsd:element name="ProductFamily" ma:index="26" nillable="true" ma:displayName="Product Family" ma:format="Dropdown" ma:internalName="ProductFamily">
      <xsd:simpleType>
        <xsd:restriction base="dms:Choice">
          <xsd:enumeration value="Workday AMS"/>
          <xsd:enumeration value="HR"/>
          <xsd:enumeration value="Finance"/>
          <xsd:enumeration value="Integration"/>
          <xsd:enumeration value="Security"/>
          <xsd:enumeration value="Payroll"/>
          <xsd:enumeration value="Data &amp; Analytics"/>
          <xsd:enumeration value="Automation"/>
          <xsd:enumeration value="Other"/>
        </xsd:restriction>
      </xsd:simpleType>
    </xsd:element>
  </xsd:schema>
  <xsd:schema xmlns:xsd="http://www.w3.org/2001/XMLSchema" xmlns:xs="http://www.w3.org/2001/XMLSchema" xmlns:dms="http://schemas.microsoft.com/office/2006/documentManagement/types" xmlns:pc="http://schemas.microsoft.com/office/infopath/2007/PartnerControls" targetNamespace="47b213f2-7618-4961-bda0-cd3a4c06964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67b08d14-deab-4f3d-96d1-1d80bc79f140}" ma:internalName="TaxCatchAll" ma:showField="CatchAllData" ma:web="47b213f2-7618-4961-bda0-cd3a4c06964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3270e51-e4a7-49da-938b-a9f2b7f6253d">
      <Terms xmlns="http://schemas.microsoft.com/office/infopath/2007/PartnerControls"/>
    </lcf76f155ced4ddcb4097134ff3c332f>
    <TaxCatchAll xmlns="47b213f2-7618-4961-bda0-cd3a4c06964b" xsi:nil="true"/>
    <_ip_UnifiedCompliancePolicyUIAction xmlns="http://schemas.microsoft.com/sharepoint/v3" xsi:nil="true"/>
    <_ip_UnifiedCompliancePolicyProperties xmlns="http://schemas.microsoft.com/sharepoint/v3" xsi:nil="true"/>
    <ProductFamily xmlns="43270e51-e4a7-49da-938b-a9f2b7f6253d" xsi:nil="true"/>
    <DocType xmlns="43270e51-e4a7-49da-938b-a9f2b7f6253d" xsi:nil="true"/>
  </documentManagement>
</p:properties>
</file>

<file path=customXml/itemProps1.xml><?xml version="1.0" encoding="utf-8"?>
<ds:datastoreItem xmlns:ds="http://schemas.openxmlformats.org/officeDocument/2006/customXml" ds:itemID="{779943D1-C6EE-4252-9D55-A7A2CD67AC33}">
  <ds:schemaRefs>
    <ds:schemaRef ds:uri="http://schemas.microsoft.com/sharepoint/v3/contenttype/forms"/>
  </ds:schemaRefs>
</ds:datastoreItem>
</file>

<file path=customXml/itemProps2.xml><?xml version="1.0" encoding="utf-8"?>
<ds:datastoreItem xmlns:ds="http://schemas.openxmlformats.org/officeDocument/2006/customXml" ds:itemID="{23287B43-A366-4CBA-83CA-5BF1821E05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3270e51-e4a7-49da-938b-a9f2b7f6253d"/>
    <ds:schemaRef ds:uri="47b213f2-7618-4961-bda0-cd3a4c0696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CD6D963-7BF5-4F7A-843C-87CB1C3B8403}">
  <ds:schemaRefs>
    <ds:schemaRef ds:uri="43270e51-e4a7-49da-938b-a9f2b7f6253d"/>
    <ds:schemaRef ds:uri="47b213f2-7618-4961-bda0-cd3a4c06964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1020</Words>
  <Application>Microsoft Office PowerPoint</Application>
  <PresentationFormat>Widescreen</PresentationFormat>
  <Paragraphs>144</Paragraphs>
  <Slides>8</Slides>
  <Notes>0</Notes>
  <HiddenSlides>1</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8</vt:i4>
      </vt:variant>
    </vt:vector>
  </HeadingPairs>
  <TitlesOfParts>
    <vt:vector size="18" baseType="lpstr">
      <vt:lpstr>inherit</vt:lpstr>
      <vt:lpstr>Inter</vt:lpstr>
      <vt:lpstr>Aptos</vt:lpstr>
      <vt:lpstr>Arial</vt:lpstr>
      <vt:lpstr>Calibri</vt:lpstr>
      <vt:lpstr>Calibri Light</vt:lpstr>
      <vt:lpstr>Georgia</vt:lpstr>
      <vt:lpstr>Mivada Titles</vt:lpstr>
      <vt:lpstr>Mivada Content</vt:lpstr>
      <vt:lpstr>think-cell Slide</vt:lpstr>
      <vt:lpstr>Payroll as a Service</vt:lpstr>
      <vt:lpstr>Mivada</vt:lpstr>
      <vt:lpstr>Why Payroll as a Service?</vt:lpstr>
      <vt:lpstr>Mivada - Payroll as a Service</vt:lpstr>
      <vt:lpstr>Payroll as a Service – Operating Model </vt:lpstr>
      <vt:lpstr>Payroll as a Service - Operating Model</vt:lpstr>
      <vt:lpstr>Indicative Costing</vt:lpstr>
      <vt:lpstr>Common Client Payroll Landscape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Lukasz Klenner</dc:creator>
  <cp:lastModifiedBy>Laura Zlendich</cp:lastModifiedBy>
  <cp:revision>2</cp:revision>
  <dcterms:created xsi:type="dcterms:W3CDTF">2023-12-20T00:01:00Z</dcterms:created>
  <dcterms:modified xsi:type="dcterms:W3CDTF">2026-03-23T03:51:49Z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0x0101007EFCDEBEBFBA324295BF8866A437058A</vt:lpwstr>
  </property>
  <property fmtid="{D5CDD505-2E9C-101B-9397-08002B2CF9AE}" pid="3" name="MediaServiceImageTags">
    <vt:lpwstr/>
  </property>
</Properties>
</file>