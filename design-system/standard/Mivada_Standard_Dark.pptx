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Relationship Id="rId2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CFCFCF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CFCFCF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FFFFFF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FFFFFF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CFCFCF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CFCFCF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CFCFCF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3A3A3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FCFCF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FCFCF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CFCFCF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FCFCF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CFCFCF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FCFCF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46926" y="1755648"/>
            <a:ext cx="8298147" cy="452236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solid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CFCFCF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