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23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22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111111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AEAEAE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111111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101010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101010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323232"/>
                </a:solidFill>
                <a:latin typeface="Inter"/>
              </a:rPr>
              <a:t>Grew out of the customer | Local Accountability | Global Scale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AEAEAE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111111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D6D6D6"/>
                </a:solidFill>
                <a:latin typeface="Inter"/>
              </a:rPr>
              <a:t>Strategic advisory projects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>
            <a:extLst>
              <a:ext uri="{FF2B5EF4-FFF2-40B4-BE49-F238E27FC236}">
                <a16:creationId xmlns:a16="http://schemas.microsoft.com/office/drawing/2014/main" id="{C7155AAB-32BC-F0A3-EB41-5A50A3A25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11111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Cutover &amp; hypercare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111111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111111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C9C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111111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1111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111111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323232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111111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111111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1111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11111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323232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111111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323232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23232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11111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23232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323232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111111"/>
                </a:solidFill>
                <a:latin typeface="Inter"/>
              </a:rPr>
              <a:t>5 business days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1111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323232"/>
                </a:solidFill>
                <a:latin typeface="Inter"/>
              </a:rPr>
              <a:t>—  Onshore manages critical P1/P2 issues until the offshore team is online.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111111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23232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11111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323232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323232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111111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23232"/>
                </a:solidFill>
                <a:latin typeface="Inter"/>
              </a:rPr>
              <a:t>Placeholder capacity — to be confirmed against the live FIN / HCM bench.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