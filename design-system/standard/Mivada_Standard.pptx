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78" r:id="rId23"/>
    <p:sldId id="279" r:id="rId24"/>
    <p:sldId id="281" r:id="rId26"/>
    <p:sldId id="263" r:id="rId10"/>
    <p:sldId id="277" r:id="rId11"/>
    <p:sldId id="265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AEAEAE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01010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Strategic advisory 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>
            <a:extLst>
              <a:ext uri="{FF2B5EF4-FFF2-40B4-BE49-F238E27FC236}">
                <a16:creationId xmlns:a16="http://schemas.microsoft.com/office/drawing/2014/main" id="{C7155AAB-32BC-F0A3-EB41-5A50A3A2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37943" y="3474720"/>
            <a:ext cx="3108960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3794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4081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13350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924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688335" y="3822191"/>
            <a:ext cx="14081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24911" y="3822191"/>
            <a:ext cx="13350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Solution Architect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42816" y="3822191"/>
            <a:ext cx="14081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9392" y="3822191"/>
            <a:ext cx="13350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