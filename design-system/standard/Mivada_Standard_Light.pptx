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323232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323232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11111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111111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111111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111111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111111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111111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323232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111111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111111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323232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23232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23232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23232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solid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111111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111111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323232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111111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323232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323232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