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77824" y="658368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52" b="1" i="0" lang="en-AU" spc="-114">
                <a:solidFill>
                  <a:srgbClr val="FFFFFF"/>
                </a:solidFill>
                <a:latin typeface="Inter"/>
              </a:rPr>
              <a:t>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65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331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OVERVIEW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Technology,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human </a:t>
            </a:r>
            <a:r>
              <a:rPr sz="8800" b="1" i="0" lang="en-AU" spc="-220">
                <a:solidFill>
                  <a:srgbClr val="EA493F"/>
                </a:solidFill>
                <a:latin typeface="Inter"/>
              </a:rPr>
              <a:t>first.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2727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An Australian technology consultancy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Workday · Payroll · Data &amp; AI ·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02 · 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280160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We turn enterprise platforms into measurable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human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Mivada takes Workday, payroll, data and AI and shapes them around how your people actually work — onshore in Australia, with delivery across India.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 · FORMERLY LJM INFOTECH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SPECIALISTS, NOT GENERALISTS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ONSHORE LEAD · OFFSHORE 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03 · WHAT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78638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FOUR SERVICE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70432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Four practices, one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operating belief.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Workday &amp; ERP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Implementation, optimisation and managed support for Workday HCM, Financials and adjacent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PLATFORM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Payroll consulting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Compliant, accurate payroll across complex awards and multi-entity structures.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COMPLIANCE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 &amp; AI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Lakehouse architecture, governed analytics and applied AI on your people and finance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Intelligent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RPA, ML and process design combined to remove low-value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04 · HOW WE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THINK HUMAN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225296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Understand the people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before the technology.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Understand the people and the work before a line of configuration.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Shape the platform around how teams actually operate.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Implement in weeks-long increments, not multi-year programs.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Stay on after go-live; measure outcomes, not tickets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05 · DATA &amp;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1051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46304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made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Certified consultants build the data foundation that puts a governed, real-time view of your people and finance data in front of leaders.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380744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344168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Designed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Lakehouse architectures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that unify people and finance data.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203704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350008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313432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Built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Delta Lake pipelines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— batch and streaming — on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Databricks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172968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319272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282696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Connected Databricks to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Workday, payroll and finance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142232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288536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51960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Delivered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governed KPI stores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and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real-time insight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111496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06 ·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" y="1417320"/>
            <a:ext cx="64008" cy="22860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1371600"/>
            <a:ext cx="96012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lang="en-AU" spc="-76">
                <a:solidFill>
                  <a:srgbClr val="EA493F"/>
                </a:solidFill>
                <a:latin typeface="Inter"/>
              </a:rPr>
              <a:t>“They delivered in weeks what we'd scoped for a year — and our team actually uses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382219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People &amp; Payroll Director · national employer (illustrative)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47274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8920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60258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DEPLOYMENTS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TO VALUE · NOT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07 · WHY MIVADA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THREE REASONS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225296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Why teams choose to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stay with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Certified specialists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Workday- and Databricks-certified consultants, not generalists learning on your budget.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Onshore + offshore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Senior onshore leadership in Australia with cost-effective delivery from India.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People-first change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Adoption built in from day one, so the platform actually gets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77824" y="658368"/>
            <a:ext cx="566928" cy="566928"/>
          </a:xfrm>
          <a:prstGeom prst="roundRect">
            <a:avLst>
              <a:gd name="adj" fmla="val 20000"/>
            </a:avLst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52" b="1" i="0" lang="en-AU" spc="-114">
                <a:solidFill>
                  <a:srgbClr val="FFFFFF"/>
                </a:solidFill>
                <a:latin typeface="Inter"/>
              </a:rPr>
              <a:t>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1056" y="65836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65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0604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build smarter systems, with people at the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centre.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60533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6181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0895" y="6181344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&amp; Melbourne ·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