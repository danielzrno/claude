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Master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5" y="2487168"/>
            <a:ext cx="5907265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767328"/>
            <a:ext cx="853409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111111"/>
                </a:solidFill>
                <a:latin typeface="Inter"/>
              </a:rPr>
              <a:t>Technology, </a:t>
            </a:r>
            <a:r>
              <a:rPr sz="1600" b="1" i="0" lang="en-AU" spc="0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 · COMPANY OVERVIEW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Technology,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Australian technology consultancy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02 · 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704088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87">
                <a:solidFill>
                  <a:srgbClr val="111111"/>
                </a:solidFill>
                <a:latin typeface="Inter"/>
              </a:rPr>
              <a:t>An Australian technology </a:t>
            </a:r>
            <a:r>
              <a:rPr sz="4000" b="1" i="0" lang="en-AU" spc="-87">
                <a:solidFill>
                  <a:srgbClr val="EA493F"/>
                </a:solidFill>
                <a:latin typeface="Inter"/>
              </a:rPr>
              <a:t>consultancy.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1874519"/>
            <a:ext cx="3127248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n-AU" spc="0">
                <a:solidFill>
                  <a:srgbClr val="323232"/>
                </a:solidFill>
                <a:latin typeface="Inter"/>
              </a:rPr>
              <a:t>We turn Workday, people systems, data and automation into outcomes teams actually feel — where human understanding becomes system advantage.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SPECIALISTS · AU, US &amp; INDIA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TRUSTED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In good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A decade of work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74320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Qantas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200400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86835" y="274320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Jetstar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20040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5847" y="274320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Guzman y Gomez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320040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04859" y="274320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Western Sydney Airport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4859" y="320040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331012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Canva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" y="3767328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86835" y="331012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NAB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86835" y="376732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5847" y="331012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Rio Tinto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376732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4859" y="331012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ResMed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4859" y="376732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4" y="387705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HCF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4334256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86835" y="387705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IAG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86835" y="433425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5847" y="387705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University of Sydney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433425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04859" y="387705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Macquarie University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04859" y="433425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77824" y="4443983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Nine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824" y="4901183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86835" y="4443983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Seven West Media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6835" y="4901183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95847" y="4443983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Amart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5847" y="4901183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704859" y="4443983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dnata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04859" y="4901183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7824" y="501091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Queensland Airports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" y="5468112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86835" y="501091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Kennards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486835" y="546811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847" y="501091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Anglicare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5847" y="546811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04859" y="501091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ProPharma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04859" y="546811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03 · 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Across your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people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People Systems &amp; Transformation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HCM, Payroll, Time &amp; Attendance and HRIS — implemented and optimised.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WORKDAY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Data, Analytics &amp; BI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Reporting, dashboards and governed analytics leaders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INSIGHT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Process &amp; Automation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Redesign, integrations and automation that remove manual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EFFICIENCY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Managed Services &amp; Support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Long-term AMS that keeps delivering value after go-live.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PARTNERSHIP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04 · 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People first,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start to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2380411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Listen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We learn your people, processes and constraints before touching the platform.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86835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7731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Design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We shape Workday around how your teams really 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6743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Deliver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Agile delivery, senior practitioners, clear governance.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04859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15755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Care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Long-term managed services that keep improving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05 · DATA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972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en-AU" spc="-79">
                <a:solidFill>
                  <a:srgbClr val="FFFFFF"/>
                </a:solidFill>
                <a:latin typeface="Inter"/>
              </a:rPr>
              <a:t>Decisions on </a:t>
            </a:r>
            <a:r>
              <a:rPr sz="3600" b="1" i="0" lang="en-AU" spc="-79">
                <a:solidFill>
                  <a:srgbClr val="EA493F"/>
                </a:solidFill>
                <a:latin typeface="Inter"/>
              </a:rPr>
              <a:t>current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611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CFCFCF"/>
                </a:solidFill>
                <a:latin typeface="Inter"/>
              </a:rPr>
              <a:t>From reporting to governed analytics and automation — we turn Workday data into trusted, timely insight.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355080" y="123444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5080" y="141732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2821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Dashboards &amp; reporting people actually 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55080" y="233172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55080" y="251460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82549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Prism &amp; data lakehouse, governed analytics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80" y="342900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55080" y="361188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AUTOMATE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2277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Integrations &amp; automation across the stack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55080" y="452628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4709159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20055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Security, controls and audit readiness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5623559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06 ·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Proven Workday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3852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Long-term partnerships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97480"/>
            <a:ext cx="325008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200400"/>
            <a:ext cx="322265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A partner since 2014 — taking over Workday support in 2017 and growing into a strategic partner across HR, Payroll, Digital, Automation, Data and Analytics. We scaled integrations, modernised architectures and embedded automation, evolving from post–go-live support into a long-term enterprise partner.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56506" y="274320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9114" y="269748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9114" y="320040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Stabilised and optimised Workday post–go-live across modules, reporting, security and compliance. Agile delivery onboarded 150+ franchisees, shipped new reporting and a redesigned security model, and lifted performance across HCM, Absence and Learning — enabling scalable, compliant global operations.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35188" y="274320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7796" y="269748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320040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Delivered a card-management system, then expanded into a strategic role on WSI's Workday program. By resolving functional and integration issues and assuming full AMS ownership, we stabilised HR, Payroll, Finance and Procurement — becoming WSI's trusted long-term partner.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07 · 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 partner,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not a vendor.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3204362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We grew out of a customer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So we understand your challenges from the inside — and we're not a Big 4.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56506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85690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Senior, local, accountable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Australian-owned, with direct access to our CEO and a dedicated engagement manager.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5188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64372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In it for the long term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From go-live into managed services — we grow with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08 ·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Proven in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A decade of Workday delivery — consultants average 3+ years on the platform.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081527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246120"/>
            <a:ext cx="2444419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379976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29183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24612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437997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29183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6743" y="324612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437997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4859" y="329183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15755" y="324612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755" y="437997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49103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" y="507492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620877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56506" y="51206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7402" y="50749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62087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5188" y="51206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46084" y="50749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6084" y="62087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YEARS DELIVERING WORKDAY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en-AU" spc="-110">
                <a:solidFill>
                  <a:srgbClr val="FFFFFF"/>
                </a:solidFill>
                <a:latin typeface="Inter"/>
              </a:rPr>
              <a:t>Let's build something </a:t>
            </a:r>
            <a:r>
              <a:rPr sz="4400" b="1" i="0" lang="en-AU" spc="-110">
                <a:solidFill>
                  <a:srgbClr val="EA493F"/>
                </a:solidFill>
                <a:latin typeface="Inter"/>
              </a:rPr>
              <a:t>human.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>Sydney · Melbourne ·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