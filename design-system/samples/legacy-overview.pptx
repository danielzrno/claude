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Projects delivered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19</c:v>
                </c:pt>
                <c:pt idx="2">
                  <c:v>28</c:v>
                </c:pt>
                <c:pt idx="3">
                  <c:v>41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 the company. Australian technology consultancy. Thank the audience for their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first. We are not a body shop — outcomes, not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Workday &amp; ERP — our anchor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Human-first, end to end. The 'Care' phase is our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Figures are illustrative samples. Replace with verified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Steady growth. 41 projects in 2025. All figures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proof point. Reinforces the 'Care'/adoption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invitation. Offer a discovery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F4E79"/>
                </a:solidFill>
                <a:latin typeface="Calibri"/>
              </a:rPr>
              <a:t>Mivada</a:t>
            </a:r>
          </a:p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262626"/>
                </a:solidFill>
                <a:latin typeface="Calibri"/>
              </a:rPr>
              <a:t>Company Overview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Capability Statement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About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Mivada is an Australian technology consultancy founded in 2014. We turn enterprise platforms — Workday, payroll, data and AI — into measurable outcomes, built around how teams actually work. Onshore in Australia with a delivery team across AU and India.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7280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•  Founded 2014; formerly LJM Infotech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•  120+ certified specialists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•  Delivery across Australia and India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•  Independent and platform-agnostic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Four service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Workday &amp; ERP — implementation, optimisation and managed support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Payroll consulting — compliant, accurate payroll at scale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Data &amp; AI — lakehouse architecture, governed analytics, applied AI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Intelligent automation — remove manual, error-prone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1. Listen — understand the people and the work before the technology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2. Design — map to real-world needs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3. Deliver — implement in increments; value early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62626"/>
                </a:solidFill>
                <a:latin typeface="Calibri"/>
              </a:rPr>
              <a:t>•  4. Care — measure outcomes; keep improving after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6858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468880"/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Founded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Certified specialists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120+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Implementations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40+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Client retention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Delivery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AU + India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Projects delivered per year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64592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Clients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262626"/>
                </a:solidFill>
                <a:latin typeface="Calibri"/>
              </a:rPr>
              <a:t>“They delivered in weeks what we’d scoped for a year — and our team actually uses it.”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— Operations Director, enterprise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Mivada  |  Company Overview  |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Let’s talk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hello@mivada.com   |   mivada.com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FDAE6"/>
                </a:solidFill>
                <a:latin typeface="Calibri"/>
              </a:rPr>
              <a:t>Sydney &amp; Melbourne   |  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